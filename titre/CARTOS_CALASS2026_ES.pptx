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3.xml" ContentType="application/vnd.openxmlformats-officedocument.theme+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4.xml" ContentType="application/vnd.openxmlformats-officedocument.theme+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5.xml" ContentType="application/vnd.openxmlformats-officedocument.theme+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6.xml" ContentType="application/vnd.openxmlformats-officedocument.theme+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7.xml" ContentType="application/vnd.openxmlformats-officedocument.theme+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8.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9.xml" ContentType="application/vnd.openxmlformats-officedocument.theme+xml"/>
  <Override PartName="/ppt/theme/theme10.xml" ContentType="application/vnd.openxmlformats-officedocument.theme+xml"/>
  <Override PartName="/ppt/theme/theme11.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66" r:id="rId4"/>
    <p:sldMasterId id="2147483708" r:id="rId5"/>
    <p:sldMasterId id="2147483679" r:id="rId6"/>
    <p:sldMasterId id="2147483672" r:id="rId7"/>
    <p:sldMasterId id="2147483717" r:id="rId8"/>
    <p:sldMasterId id="2147483683" r:id="rId9"/>
    <p:sldMasterId id="2147483694" r:id="rId10"/>
    <p:sldMasterId id="2147483701" r:id="rId11"/>
    <p:sldMasterId id="2147483721" r:id="rId12"/>
  </p:sldMasterIdLst>
  <p:notesMasterIdLst>
    <p:notesMasterId r:id="rId30"/>
  </p:notesMasterIdLst>
  <p:handoutMasterIdLst>
    <p:handoutMasterId r:id="rId31"/>
  </p:handoutMasterIdLst>
  <p:sldIdLst>
    <p:sldId id="294" r:id="rId13"/>
    <p:sldId id="295" r:id="rId14"/>
    <p:sldId id="296" r:id="rId15"/>
    <p:sldId id="297" r:id="rId16"/>
    <p:sldId id="298" r:id="rId17"/>
    <p:sldId id="299" r:id="rId18"/>
    <p:sldId id="300" r:id="rId19"/>
    <p:sldId id="301" r:id="rId20"/>
    <p:sldId id="302" r:id="rId21"/>
    <p:sldId id="303" r:id="rId22"/>
    <p:sldId id="304" r:id="rId23"/>
    <p:sldId id="305" r:id="rId24"/>
    <p:sldId id="306" r:id="rId25"/>
    <p:sldId id="307" r:id="rId26"/>
    <p:sldId id="308" r:id="rId27"/>
    <p:sldId id="309" r:id="rId28"/>
    <p:sldId id="310" r:id="rId29"/>
  </p:sldIdLst>
  <p:sldSz cx="9144000" cy="5143500" type="screen16x9"/>
  <p:notesSz cx="6858000" cy="9144000"/>
  <p:embeddedFontLst>
    <p:embeddedFont>
      <p:font typeface="Segoe UI" panose="020B0502040204020203" pitchFamily="34" charset="0"/>
      <p:regular r:id="rId32"/>
      <p:bold r:id="rId33"/>
      <p:italic r:id="rId34"/>
      <p:boldItalic r:id="rId35"/>
    </p:embeddedFont>
    <p:embeddedFont>
      <p:font typeface="Segoe UI Semibold" panose="020B0702040204020203" pitchFamily="34" charset="0"/>
      <p:bold r:id="rId36"/>
      <p:boldItalic r:id="rId37"/>
    </p:embeddedFont>
    <p:embeddedFont>
      <p:font typeface="Segoe UI Light" panose="020B0502040204020203" pitchFamily="34" charset="0"/>
      <p:regular r:id="rId38"/>
      <p:italic r:id="rId39"/>
    </p:embeddedFont>
  </p:embeddedFontLst>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UVERTURE" id="{D7D2511A-028A-47CE-B28B-69BF0EE8EE6F}">
          <p14:sldIdLst>
            <p14:sldId id="294"/>
            <p14:sldId id="295"/>
            <p14:sldId id="296"/>
            <p14:sldId id="297"/>
            <p14:sldId id="298"/>
            <p14:sldId id="299"/>
            <p14:sldId id="300"/>
            <p14:sldId id="301"/>
            <p14:sldId id="302"/>
            <p14:sldId id="303"/>
            <p14:sldId id="304"/>
            <p14:sldId id="305"/>
            <p14:sldId id="306"/>
            <p14:sldId id="307"/>
            <p14:sldId id="308"/>
            <p14:sldId id="309"/>
            <p14:sldId id="310"/>
          </p14:sldIdLst>
        </p14:section>
        <p14:section name="TABLE DES MATIÈRES" id="{2FA32828-BD88-4B89-8677-26F07F31DCD5}">
          <p14:sldIdLst/>
        </p14:section>
        <p14:section name="PAGES DE SECTION" id="{ACBDBFFE-AF87-400A-88D8-D9B587DCC7EE}">
          <p14:sldIdLst/>
        </p14:section>
        <p14:section name="PAGES ÉCLAT" id="{3A6FDBD9-E2DB-458E-BA70-59AD433E8BBA}">
          <p14:sldIdLst/>
        </p14:section>
        <p14:section name="CONTENU BANDE BLEUE" id="{D0E1449F-490A-4F95-9B57-8880D9338954}">
          <p14:sldIdLst/>
        </p14:section>
        <p14:section name="FERMETURE" id="{5B9298A2-0D89-45FD-8BFA-E0578B5EAAE1}">
          <p14:sldIdLst/>
        </p14:section>
      </p14:sectionLst>
    </p:ext>
    <p:ext uri="{EFAFB233-063F-42B5-8137-9DF3F51BA10A}">
      <p15:sldGuideLst xmlns:p15="http://schemas.microsoft.com/office/powerpoint/2012/main">
        <p15:guide id="1" orient="horz" pos="162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ontpetit Kim" initials="MK" lastIdx="10" clrIdx="0">
    <p:extLst>
      <p:ext uri="{19B8F6BF-5375-455C-9EA6-DF929625EA0E}">
        <p15:presenceInfo xmlns:p15="http://schemas.microsoft.com/office/powerpoint/2012/main" userId="S-1-5-21-3287265294-3400665781-426733153-159126" providerId="AD"/>
      </p:ext>
    </p:extLst>
  </p:cmAuthor>
  <p:cmAuthor id="2" name="Sandra Lagacé (CISSSLAU)" initials="SL(" lastIdx="5" clrIdx="1">
    <p:extLst>
      <p:ext uri="{19B8F6BF-5375-455C-9EA6-DF929625EA0E}">
        <p15:presenceInfo xmlns:p15="http://schemas.microsoft.com/office/powerpoint/2012/main" userId="Sandra Lagacé (CISSSLAU)"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7798BD"/>
    <a:srgbClr val="FFFFFF"/>
    <a:srgbClr val="E7E6E6"/>
    <a:srgbClr val="DDEDF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Style moyen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8FD4443E-F989-4FC4-A0C8-D5A2AF1F390B}" styleName="Style foncé 1 - Accentuation 5">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5"/>
          </a:solidFill>
        </a:fill>
      </a:tcStyle>
    </a:wholeTbl>
    <a:band1H>
      <a:tcStyle>
        <a:tcBdr/>
        <a:fill>
          <a:solidFill>
            <a:schemeClr val="accent5">
              <a:shade val="60000"/>
            </a:schemeClr>
          </a:solidFill>
        </a:fill>
      </a:tcStyle>
    </a:band1H>
    <a:band1V>
      <a:tcStyle>
        <a:tcBdr/>
        <a:fill>
          <a:solidFill>
            <a:schemeClr val="accent5">
              <a:shade val="60000"/>
            </a:schemeClr>
          </a:solidFill>
        </a:fill>
      </a:tcStyle>
    </a:band1V>
    <a:lastCol>
      <a:tcTxStyle b="on"/>
      <a:tcStyle>
        <a:tcBdr>
          <a:left>
            <a:ln w="25400" cmpd="sng">
              <a:solidFill>
                <a:schemeClr val="lt1"/>
              </a:solidFill>
            </a:ln>
          </a:left>
        </a:tcBdr>
        <a:fill>
          <a:solidFill>
            <a:schemeClr val="accent5">
              <a:shade val="60000"/>
            </a:schemeClr>
          </a:solidFill>
        </a:fill>
      </a:tcStyle>
    </a:lastCol>
    <a:firstCol>
      <a:tcTxStyle b="on"/>
      <a:tcStyle>
        <a:tcBdr>
          <a:right>
            <a:ln w="25400" cmpd="sng">
              <a:solidFill>
                <a:schemeClr val="lt1"/>
              </a:solidFill>
            </a:ln>
          </a:right>
        </a:tcBdr>
        <a:fill>
          <a:solidFill>
            <a:schemeClr val="accent5">
              <a:shade val="60000"/>
            </a:schemeClr>
          </a:solidFill>
        </a:fill>
      </a:tcStyle>
    </a:firstCol>
    <a:lastRow>
      <a:tcTxStyle b="on"/>
      <a:tcStyle>
        <a:tcBdr>
          <a:top>
            <a:ln w="25400" cmpd="sng">
              <a:solidFill>
                <a:schemeClr val="lt1"/>
              </a:solidFill>
            </a:ln>
          </a:top>
        </a:tcBdr>
        <a:fill>
          <a:solidFill>
            <a:schemeClr val="accent5">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55" autoAdjust="0"/>
    <p:restoredTop sz="94672" autoAdjust="0"/>
  </p:normalViewPr>
  <p:slideViewPr>
    <p:cSldViewPr>
      <p:cViewPr varScale="1">
        <p:scale>
          <a:sx n="151" d="100"/>
          <a:sy n="151" d="100"/>
        </p:scale>
        <p:origin x="342" y="144"/>
      </p:cViewPr>
      <p:guideLst>
        <p:guide orient="horz" pos="1620"/>
        <p:guide pos="2880"/>
      </p:guideLst>
    </p:cSldViewPr>
  </p:slideViewPr>
  <p:outlineViewPr>
    <p:cViewPr>
      <p:scale>
        <a:sx n="33" d="100"/>
        <a:sy n="33" d="100"/>
      </p:scale>
      <p:origin x="0" y="0"/>
    </p:cViewPr>
  </p:outlineViewPr>
  <p:notesTextViewPr>
    <p:cViewPr>
      <p:scale>
        <a:sx n="3" d="2"/>
        <a:sy n="3" d="2"/>
      </p:scale>
      <p:origin x="0" y="0"/>
    </p:cViewPr>
  </p:notesTextViewPr>
  <p:notesViewPr>
    <p:cSldViewPr>
      <p:cViewPr varScale="1">
        <p:scale>
          <a:sx n="84" d="100"/>
          <a:sy n="84" d="100"/>
        </p:scale>
        <p:origin x="3912" y="96"/>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5.xml"/><Relationship Id="rId13" Type="http://schemas.openxmlformats.org/officeDocument/2006/relationships/slide" Target="slides/slide1.xml"/><Relationship Id="rId18" Type="http://schemas.openxmlformats.org/officeDocument/2006/relationships/slide" Target="slides/slide6.xml"/><Relationship Id="rId26" Type="http://schemas.openxmlformats.org/officeDocument/2006/relationships/slide" Target="slides/slide14.xml"/><Relationship Id="rId39" Type="http://schemas.openxmlformats.org/officeDocument/2006/relationships/font" Target="fonts/font8.fntdata"/><Relationship Id="rId3" Type="http://schemas.openxmlformats.org/officeDocument/2006/relationships/customXml" Target="../customXml/item3.xml"/><Relationship Id="rId21" Type="http://schemas.openxmlformats.org/officeDocument/2006/relationships/slide" Target="slides/slide9.xml"/><Relationship Id="rId34" Type="http://schemas.openxmlformats.org/officeDocument/2006/relationships/font" Target="fonts/font3.fntdata"/><Relationship Id="rId42" Type="http://schemas.openxmlformats.org/officeDocument/2006/relationships/viewProps" Target="viewProps.xml"/><Relationship Id="rId7" Type="http://schemas.openxmlformats.org/officeDocument/2006/relationships/slideMaster" Target="slideMasters/slideMaster4.xml"/><Relationship Id="rId12" Type="http://schemas.openxmlformats.org/officeDocument/2006/relationships/slideMaster" Target="slideMasters/slideMaster9.xml"/><Relationship Id="rId17" Type="http://schemas.openxmlformats.org/officeDocument/2006/relationships/slide" Target="slides/slide5.xml"/><Relationship Id="rId25" Type="http://schemas.openxmlformats.org/officeDocument/2006/relationships/slide" Target="slides/slide13.xml"/><Relationship Id="rId33" Type="http://schemas.openxmlformats.org/officeDocument/2006/relationships/font" Target="fonts/font2.fntdata"/><Relationship Id="rId38" Type="http://schemas.openxmlformats.org/officeDocument/2006/relationships/font" Target="fonts/font7.fntdata"/><Relationship Id="rId2" Type="http://schemas.openxmlformats.org/officeDocument/2006/relationships/customXml" Target="../customXml/item2.xml"/><Relationship Id="rId16" Type="http://schemas.openxmlformats.org/officeDocument/2006/relationships/slide" Target="slides/slide4.xml"/><Relationship Id="rId20" Type="http://schemas.openxmlformats.org/officeDocument/2006/relationships/slide" Target="slides/slide8.xml"/><Relationship Id="rId29" Type="http://schemas.openxmlformats.org/officeDocument/2006/relationships/slide" Target="slides/slide17.xml"/><Relationship Id="rId41"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Master" Target="slideMasters/slideMaster8.xml"/><Relationship Id="rId24" Type="http://schemas.openxmlformats.org/officeDocument/2006/relationships/slide" Target="slides/slide12.xml"/><Relationship Id="rId32" Type="http://schemas.openxmlformats.org/officeDocument/2006/relationships/font" Target="fonts/font1.fntdata"/><Relationship Id="rId37" Type="http://schemas.openxmlformats.org/officeDocument/2006/relationships/font" Target="fonts/font6.fntdata"/><Relationship Id="rId40" Type="http://schemas.openxmlformats.org/officeDocument/2006/relationships/commentAuthors" Target="commentAuthors.xml"/><Relationship Id="rId5" Type="http://schemas.openxmlformats.org/officeDocument/2006/relationships/slideMaster" Target="slideMasters/slideMaster2.xml"/><Relationship Id="rId15" Type="http://schemas.openxmlformats.org/officeDocument/2006/relationships/slide" Target="slides/slide3.xml"/><Relationship Id="rId23" Type="http://schemas.openxmlformats.org/officeDocument/2006/relationships/slide" Target="slides/slide11.xml"/><Relationship Id="rId28" Type="http://schemas.openxmlformats.org/officeDocument/2006/relationships/slide" Target="slides/slide16.xml"/><Relationship Id="rId36" Type="http://schemas.openxmlformats.org/officeDocument/2006/relationships/font" Target="fonts/font5.fntdata"/><Relationship Id="rId10" Type="http://schemas.openxmlformats.org/officeDocument/2006/relationships/slideMaster" Target="slideMasters/slideMaster7.xml"/><Relationship Id="rId19" Type="http://schemas.openxmlformats.org/officeDocument/2006/relationships/slide" Target="slides/slide7.xml"/><Relationship Id="rId31" Type="http://schemas.openxmlformats.org/officeDocument/2006/relationships/handoutMaster" Target="handoutMasters/handoutMaster1.xml"/><Relationship Id="rId44"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 Target="slides/slide2.xml"/><Relationship Id="rId22" Type="http://schemas.openxmlformats.org/officeDocument/2006/relationships/slide" Target="slides/slide10.xml"/><Relationship Id="rId27" Type="http://schemas.openxmlformats.org/officeDocument/2006/relationships/slide" Target="slides/slide15.xml"/><Relationship Id="rId30" Type="http://schemas.openxmlformats.org/officeDocument/2006/relationships/notesMaster" Target="notesMasters/notesMaster1.xml"/><Relationship Id="rId35" Type="http://schemas.openxmlformats.org/officeDocument/2006/relationships/font" Target="fonts/font4.fntdata"/><Relationship Id="rId43"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11.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fr-CA" dirty="0">
              <a:latin typeface="Segoe UI Semibold" panose="020B0702040204020203" pitchFamily="34" charset="0"/>
              <a:cs typeface="Segoe UI Semibold" panose="020B0702040204020203" pitchFamily="34" charset="0"/>
            </a:endParaRPr>
          </a:p>
        </p:txBody>
      </p:sp>
      <p:sp>
        <p:nvSpPr>
          <p:cNvPr id="3" name="Espace réservé de la date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D73A0879-7916-45FF-8FE5-3F7293563BCD}" type="datetimeFigureOut">
              <a:rPr lang="fr-CA" smtClean="0">
                <a:latin typeface="Segoe UI" panose="020B0502040204020203" pitchFamily="34" charset="0"/>
                <a:cs typeface="Segoe UI" panose="020B0502040204020203" pitchFamily="34" charset="0"/>
              </a:rPr>
              <a:t>2026-08-27</a:t>
            </a:fld>
            <a:endParaRPr lang="fr-CA" dirty="0">
              <a:latin typeface="Segoe UI" panose="020B0502040204020203" pitchFamily="34" charset="0"/>
              <a:cs typeface="Segoe UI" panose="020B0502040204020203" pitchFamily="34" charset="0"/>
            </a:endParaRPr>
          </a:p>
        </p:txBody>
      </p:sp>
      <p:sp>
        <p:nvSpPr>
          <p:cNvPr id="4" name="Espace réservé du pied de page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fr-CA" dirty="0">
              <a:latin typeface="Segoe UI Semibold" panose="020B0702040204020203" pitchFamily="34" charset="0"/>
              <a:cs typeface="Segoe UI Semibold" panose="020B0702040204020203" pitchFamily="34" charset="0"/>
            </a:endParaRPr>
          </a:p>
        </p:txBody>
      </p:sp>
      <p:sp>
        <p:nvSpPr>
          <p:cNvPr id="5" name="Espace réservé du numéro de diapositive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549B1930-BE7E-4B0B-B902-746FDD8AD182}" type="slidenum">
              <a:rPr lang="fr-CA" smtClean="0">
                <a:latin typeface="Segoe UI" panose="020B0502040204020203" pitchFamily="34" charset="0"/>
                <a:cs typeface="Segoe UI" panose="020B0502040204020203" pitchFamily="34" charset="0"/>
              </a:rPr>
              <a:t>‹N°›</a:t>
            </a:fld>
            <a:endParaRPr lang="fr-CA" dirty="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331278662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0.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CA"/>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5BEEE66-C8B9-4D0E-A422-666A56C55835}" type="datetimeFigureOut">
              <a:rPr lang="fr-CA" smtClean="0"/>
              <a:t>2026-08-27</a:t>
            </a:fld>
            <a:endParaRPr lang="fr-CA"/>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CA"/>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dirty="0"/>
              <a:t>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fr-CA" dirty="0"/>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CA"/>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6FA134E-8311-414B-A8C4-2E295DACBF60}" type="slidenum">
              <a:rPr lang="fr-CA" smtClean="0"/>
              <a:t>‹N°›</a:t>
            </a:fld>
            <a:endParaRPr lang="fr-CA"/>
          </a:p>
        </p:txBody>
      </p:sp>
    </p:spTree>
    <p:extLst>
      <p:ext uri="{BB962C8B-B14F-4D97-AF65-F5344CB8AC3E}">
        <p14:creationId xmlns:p14="http://schemas.microsoft.com/office/powerpoint/2010/main" val="5889630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0:00 — Buenos días. Éric Robitaille, Dirección de Salud Pública del CISSS des Laurentides y Escuela de Salud Pública de la Universidad de Montreal.</a:t>
            </a:r>
          </a:p>
          <a:p>
            <a:r>
              <a:t>Mensaje de apertura: en Quebec, la prevención acaba de entrar en el derecho del ordenamiento territorial. El problema ya no es convencer, sino dotar de herramientas — y hacerlo primero allí donde hay menos medios.</a:t>
            </a:r>
          </a:p>
          <a:p>
            <a:r>
              <a:t>Duración prevista: 15 minutos más preguntas.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0:45 — Cinco tiempos. Dedico lo esencial al enfoque y al diseño de evaluación, y dejo los desafíos de ruralidad para la discusión: es el núcleo de esta sesión.</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1:30 — El punto de inflexión es normativo, no programático. Las OGAT de 2024 vuelven obligatorio lo que la salud pública venía pidiendo desde hace veinte años.</a:t>
            </a:r>
          </a:p>
          <a:p>
            <a:r>
              <a:t>Insistir: un SAD se revisa muy de tarde en tarde. La ventana es estrecha — lo que no entre ahora no entrará en mucho tiempo.</a:t>
            </a:r>
          </a:p>
          <a:p>
            <a:r>
              <a:t>Matiz honesto: el clima tuvo sus herramientas; la salud no tuvo equivalente.</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2:45 — Tres obstáculos, un mismo efecto: la obligación existe, la capacidad de responder está desigualmente repartida.</a:t>
            </a:r>
          </a:p>
          <a:p>
            <a:r>
              <a:t>Idea fuerza: un mandato idéntico para todas las MRC, aplicado a capacidades muy desiguales, produce desigualdad territorial — no equidad.</a:t>
            </a:r>
          </a:p>
          <a:p>
            <a:r>
              <a:t>Transición: ¿cómo conservar la inteligencia de la EIS abandonando su pesadez?</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3:45 — Pasemos al enfoque propiamente dicho.</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4:00 — El acrónimo está en francés: la S final es «Santé», salud.</a:t>
            </a:r>
          </a:p>
          <a:p>
            <a:r>
              <a:t>Tres componentes, un solo principio: la herramienta analiza, la persona decide. El mapa no es la conclusión, es el punto de partida de la deliberación.</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5:15 — El marco no es decorativo: es lo que hace transferible el enfoque.</a:t>
            </a:r>
          </a:p>
          <a:p>
            <a:r>
              <a:t>Aporta un lenguaje común. El urbanista reconoce sus objetos — lo construido, lo natural; la salud pública reconoce sus determinantes. La rejilla de puntuación de los esquemas, las capas cartográficas y las preguntas de taller se estructuran así.</a:t>
            </a:r>
          </a:p>
          <a:p>
            <a:r>
              <a:t>Los cinco principios provienen de la Agenda 2030 y de la estrategia Ciudades Saludables de la OMS.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6:30 — La arquitectura es una decisión tan política como técnica.</a:t>
            </a:r>
          </a:p>
          <a:p>
            <a:r>
              <a:t>Cada restricción de la ruralidad dictó una decisión: sin geomática → sin SIG de escritorio; sin presupuesto recurrente → sin servidor; rotación de personal → un archivo que se puede transmitir.</a:t>
            </a:r>
          </a:p>
          <a:p>
            <a:r>
              <a:t>[Si la sala está equipada: sustituir este esquema por una captura de un tablero, o hacer una demostración de 30 segundos.]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7:30 — Cuatro casos elegidos para contrastar, no para representar: una MRC en crecimiento, tres en decrecimiento; cuatro regiones administrativas distintas.</a:t>
            </a:r>
          </a:p>
          <a:p>
            <a:r>
              <a:t>La tipología de las OGAT (grupos E y F) es la del ministerio — nos da un vocabulario común con el mundo municipal.</a:t>
            </a:r>
          </a:p>
          <a:p>
            <a:r>
              <a:t>El contraste crecimiento/decrecimiento es central: los problemas de equidad no son los mismos cuando un territorio se vacía que cuando se llena.</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8:30 — Segunda parte: cómo se evalúa. Es un protocolo, todavía no son resultados.</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8:45 — «Híbrido de tipo 2»: se evalúan con igual peso el efecto del enfoque y su forma de implantarse. Es el diseño apropiado cuando la intervención es prometedora pero sus condiciones de despliegue se conocen mal.</a:t>
            </a:r>
          </a:p>
          <a:p>
            <a:r>
              <a:t>Asumir el límite de entrada: cuatro casos, ninguna pretensión de generalización estadística. Lo que se busca es la transferibilidad analítica.</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10:00 — No enumerar: nombrar los dos marcos y luego recorrer la fila inferior con un gesto.</a:t>
            </a:r>
          </a:p>
          <a:p>
            <a:r>
              <a:t>Lo esencial: no medimos solo el documento producido, medimos también la relación entre los dos mundos profesionales — eso es lo que captan el AITCS-II y el PSAT.</a:t>
            </a:r>
          </a:p>
          <a:p>
            <a:r>
              <a:t>Y documentamos las adaptaciones: en cuatro territorios distintos el enfoque no se desplegará de forma idéntica — eso es un dato, no un defecto.</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11:15 — Insistir en la nota inferior: es una restricción convertida en ventaja.</a:t>
            </a:r>
          </a:p>
          <a:p>
            <a:r>
              <a:t>Como los esquemas ya estarán adoptados, los talleres no sirven para influir en un texto en redacción — se convierten en un dispositivo de aprendizaje organizacional: mirada retrospectiva sobre lo que quedó inscrito, prospectiva sobre la concordancia de los reglamentos urbanísticos locales, y formación para el próximo ciclo.</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12:15 — Tres escalas de resultados. La tercera es la que más habla a este congreso: la eficiencia.</a:t>
            </a:r>
          </a:p>
          <a:p>
            <a:r>
              <a:t>Argumento: un enfoque aligerado, apoyado en datos abiertos y código libre, cuesta una fracción de una EIS formal — y puede repetirse en cada ciclo de revisión sin nuevo financiamiento.</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13:00 — Son mis preguntas abiertas, no mis conclusiones. Las someto a la sala.</a:t>
            </a:r>
          </a:p>
          <a:p>
            <a:r>
              <a:t>La segunda es la más delicada en Quebec: el ordenamiento es competencia municipal y la salud pública no tiene poder de coacción. Nuestra postura es asumida — aportar la experticia, nunca prescribir.</a:t>
            </a:r>
          </a:p>
          <a:p>
            <a:r>
              <a:t>La tercera es el verdadero riesgo científico del proyecto: un esquema puede marcar todas las casillas sin que nada cambie para las poblaciones desfavorecidas.</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14:00 — Gracias. Dos invitaciones para la discusión: colegas que trabajen en territorios rurales fuera de Quebec — ¿se parecen las restricciones? Y cualquier persona interesada en probar la rejilla de puntuación de los esquemas en su propio contexto.</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4.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4.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4.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4.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9.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9.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2_Couverture_Cercle1">
    <p:bg>
      <p:bgPr>
        <a:solidFill>
          <a:srgbClr val="FFFFFF"/>
        </a:solidFill>
        <a:effectLst/>
      </p:bgPr>
    </p:bg>
    <p:spTree>
      <p:nvGrpSpPr>
        <p:cNvPr id="1" name=""/>
        <p:cNvGrpSpPr/>
        <p:nvPr/>
      </p:nvGrpSpPr>
      <p:grpSpPr>
        <a:xfrm>
          <a:off x="0" y="0"/>
          <a:ext cx="0" cy="0"/>
          <a:chOff x="0" y="0"/>
          <a:chExt cx="0" cy="0"/>
        </a:xfrm>
      </p:grpSpPr>
      <p:pic>
        <p:nvPicPr>
          <p:cNvPr id="8" name="Image 7" descr="Une image contenant capture d’écran, Bleu électrique, Graphique, bleu&#10;&#10;Le contenu généré par l’IA peut être incorrect.">
            <a:extLst>
              <a:ext uri="{FF2B5EF4-FFF2-40B4-BE49-F238E27FC236}">
                <a16:creationId xmlns:a16="http://schemas.microsoft.com/office/drawing/2014/main" id="{69297045-1C09-2FEF-BEB3-16BBE9CA507F}"/>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3" name="Sous-titre 2"/>
          <p:cNvSpPr>
            <a:spLocks noGrp="1"/>
          </p:cNvSpPr>
          <p:nvPr>
            <p:ph type="subTitle" idx="1"/>
          </p:nvPr>
        </p:nvSpPr>
        <p:spPr>
          <a:xfrm>
            <a:off x="395536" y="2211710"/>
            <a:ext cx="6120680" cy="400110"/>
          </a:xfrm>
          <a:prstGeom prst="rect">
            <a:avLst/>
          </a:prstGeom>
        </p:spPr>
        <p:txBody>
          <a:bodyPr wrap="square">
            <a:spAutoFit/>
          </a:bodyPr>
          <a:lstStyle>
            <a:lvl1pPr marL="0" indent="0" algn="l">
              <a:buNone/>
              <a:defRPr sz="2000">
                <a:solidFill>
                  <a:schemeClr val="accent3"/>
                </a:solidFill>
                <a:latin typeface="Segoe UI Light" panose="020B0502040204020203" pitchFamily="34" charset="0"/>
                <a:cs typeface="Segoe UI Light" panose="020B0502040204020203"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smtClean="0"/>
              <a:t>Modifier le style des sous-titres du masque</a:t>
            </a:r>
            <a:endParaRPr lang="fr-CA" dirty="0"/>
          </a:p>
        </p:txBody>
      </p:sp>
      <p:sp>
        <p:nvSpPr>
          <p:cNvPr id="9" name="Titre 8"/>
          <p:cNvSpPr>
            <a:spLocks noGrp="1"/>
          </p:cNvSpPr>
          <p:nvPr>
            <p:ph type="title"/>
          </p:nvPr>
        </p:nvSpPr>
        <p:spPr>
          <a:xfrm>
            <a:off x="395536" y="1434305"/>
            <a:ext cx="6120680" cy="584775"/>
          </a:xfrm>
          <a:prstGeom prst="rect">
            <a:avLst/>
          </a:prstGeom>
        </p:spPr>
        <p:txBody>
          <a:bodyPr wrap="square">
            <a:spAutoFit/>
          </a:bodyPr>
          <a:lstStyle>
            <a:lvl1pPr algn="l">
              <a:defRPr sz="3200" b="0">
                <a:solidFill>
                  <a:schemeClr val="bg1"/>
                </a:solidFill>
              </a:defRPr>
            </a:lvl1pPr>
          </a:lstStyle>
          <a:p>
            <a:r>
              <a:rPr lang="fr-FR" smtClean="0"/>
              <a:t>Modifiez le style du titre</a:t>
            </a:r>
            <a:endParaRPr lang="fr-CA" dirty="0"/>
          </a:p>
        </p:txBody>
      </p:sp>
      <p:sp>
        <p:nvSpPr>
          <p:cNvPr id="2" name="Espace réservé du texte 7">
            <a:extLst>
              <a:ext uri="{FF2B5EF4-FFF2-40B4-BE49-F238E27FC236}">
                <a16:creationId xmlns:a16="http://schemas.microsoft.com/office/drawing/2014/main" id="{5C048FF5-14F8-2490-8327-247C516C7BBC}"/>
              </a:ext>
            </a:extLst>
          </p:cNvPr>
          <p:cNvSpPr>
            <a:spLocks noGrp="1"/>
          </p:cNvSpPr>
          <p:nvPr>
            <p:ph type="body" sz="quarter" idx="12" hasCustomPrompt="1"/>
          </p:nvPr>
        </p:nvSpPr>
        <p:spPr>
          <a:xfrm>
            <a:off x="395536" y="3055200"/>
            <a:ext cx="6192688" cy="369332"/>
          </a:xfrm>
          <a:prstGeom prst="rect">
            <a:avLst/>
          </a:prstGeom>
        </p:spPr>
        <p:txBody>
          <a:bodyPr/>
          <a:lstStyle>
            <a:lvl1pPr>
              <a:lnSpc>
                <a:spcPct val="150000"/>
              </a:lnSpc>
              <a:spcBef>
                <a:spcPts val="0"/>
              </a:spcBef>
              <a:buNone/>
              <a:defRPr sz="1000" b="1">
                <a:solidFill>
                  <a:schemeClr val="tx1">
                    <a:lumMod val="20000"/>
                    <a:lumOff val="80000"/>
                  </a:schemeClr>
                </a:solidFill>
              </a:defRPr>
            </a:lvl1pPr>
          </a:lstStyle>
          <a:p>
            <a:pPr lvl="0"/>
            <a:r>
              <a:rPr lang="fr-CA" dirty="0"/>
              <a:t>Présenté par : </a:t>
            </a:r>
          </a:p>
        </p:txBody>
      </p:sp>
      <p:sp>
        <p:nvSpPr>
          <p:cNvPr id="7" name="Espace réservé du texte 7">
            <a:extLst>
              <a:ext uri="{FF2B5EF4-FFF2-40B4-BE49-F238E27FC236}">
                <a16:creationId xmlns:a16="http://schemas.microsoft.com/office/drawing/2014/main" id="{167782D2-ABC8-BCED-EF06-A4600D9EB6DA}"/>
              </a:ext>
            </a:extLst>
          </p:cNvPr>
          <p:cNvSpPr>
            <a:spLocks noGrp="1"/>
          </p:cNvSpPr>
          <p:nvPr>
            <p:ph type="body" sz="quarter" idx="13" hasCustomPrompt="1"/>
          </p:nvPr>
        </p:nvSpPr>
        <p:spPr>
          <a:xfrm>
            <a:off x="395536" y="3512263"/>
            <a:ext cx="6192688" cy="369332"/>
          </a:xfrm>
          <a:prstGeom prst="rect">
            <a:avLst/>
          </a:prstGeom>
        </p:spPr>
        <p:txBody>
          <a:bodyPr/>
          <a:lstStyle>
            <a:lvl1pPr>
              <a:lnSpc>
                <a:spcPct val="150000"/>
              </a:lnSpc>
              <a:spcBef>
                <a:spcPts val="0"/>
              </a:spcBef>
              <a:buNone/>
              <a:defRPr sz="1000">
                <a:solidFill>
                  <a:schemeClr val="tx1">
                    <a:lumMod val="20000"/>
                    <a:lumOff val="80000"/>
                  </a:schemeClr>
                </a:solidFill>
              </a:defRPr>
            </a:lvl1pPr>
          </a:lstStyle>
          <a:p>
            <a:pPr lvl="0"/>
            <a:r>
              <a:rPr lang="fr-CA" dirty="0"/>
              <a:t>Date</a:t>
            </a:r>
          </a:p>
        </p:txBody>
      </p:sp>
      <p:sp>
        <p:nvSpPr>
          <p:cNvPr id="11" name="ZoneTexte 10">
            <a:extLst>
              <a:ext uri="{FF2B5EF4-FFF2-40B4-BE49-F238E27FC236}">
                <a16:creationId xmlns:a16="http://schemas.microsoft.com/office/drawing/2014/main" id="{1426F9C1-90D7-7F08-F32E-2CD3F641BA2B}"/>
              </a:ext>
            </a:extLst>
          </p:cNvPr>
          <p:cNvSpPr txBox="1"/>
          <p:nvPr userDrawn="1"/>
        </p:nvSpPr>
        <p:spPr>
          <a:xfrm>
            <a:off x="251520" y="195486"/>
            <a:ext cx="8640960"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1000" dirty="0">
                <a:solidFill>
                  <a:schemeClr val="tx1">
                    <a:lumMod val="20000"/>
                    <a:lumOff val="80000"/>
                  </a:schemeClr>
                </a:solidFill>
              </a:rPr>
              <a:t>Santé Québec </a:t>
            </a:r>
            <a:r>
              <a:rPr lang="fr-CA" sz="1000" dirty="0" smtClean="0">
                <a:solidFill>
                  <a:schemeClr val="tx1">
                    <a:lumMod val="20000"/>
                    <a:lumOff val="80000"/>
                  </a:schemeClr>
                </a:solidFill>
              </a:rPr>
              <a:t>Laurentides</a:t>
            </a:r>
            <a:endParaRPr lang="fr-CA" sz="1000" dirty="0">
              <a:solidFill>
                <a:schemeClr val="tx1">
                  <a:lumMod val="20000"/>
                  <a:lumOff val="80000"/>
                </a:schemeClr>
              </a:solidFill>
            </a:endParaRPr>
          </a:p>
          <a:p>
            <a:pPr algn="l"/>
            <a:endParaRPr lang="fr-CA" sz="1000" b="1" dirty="0">
              <a:solidFill>
                <a:schemeClr val="tx1">
                  <a:lumMod val="20000"/>
                  <a:lumOff val="80000"/>
                </a:schemeClr>
              </a:solidFill>
              <a:latin typeface="Segoe UI Light" panose="020B0502040204020203" pitchFamily="34" charset="0"/>
              <a:cs typeface="Segoe UI Light" panose="020B0502040204020203" pitchFamily="34" charset="0"/>
            </a:endParaRPr>
          </a:p>
        </p:txBody>
      </p:sp>
    </p:spTree>
    <p:extLst>
      <p:ext uri="{BB962C8B-B14F-4D97-AF65-F5344CB8AC3E}">
        <p14:creationId xmlns:p14="http://schemas.microsoft.com/office/powerpoint/2010/main" val="94602392"/>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3_Couverture_Cercle1">
    <p:bg>
      <p:bgPr>
        <a:solidFill>
          <a:srgbClr val="FFFFFF"/>
        </a:solidFill>
        <a:effectLst/>
      </p:bgPr>
    </p:bg>
    <p:spTree>
      <p:nvGrpSpPr>
        <p:cNvPr id="1" name=""/>
        <p:cNvGrpSpPr/>
        <p:nvPr/>
      </p:nvGrpSpPr>
      <p:grpSpPr>
        <a:xfrm>
          <a:off x="0" y="0"/>
          <a:ext cx="0" cy="0"/>
          <a:chOff x="0" y="0"/>
          <a:chExt cx="0" cy="0"/>
        </a:xfrm>
      </p:grpSpPr>
      <p:pic>
        <p:nvPicPr>
          <p:cNvPr id="11" name="Image 10" descr="Une image contenant capture d’écran, Bleu électrique, bleu, violet&#10;&#10;Le contenu généré par l’IA peut être incorrect.">
            <a:extLst>
              <a:ext uri="{FF2B5EF4-FFF2-40B4-BE49-F238E27FC236}">
                <a16:creationId xmlns:a16="http://schemas.microsoft.com/office/drawing/2014/main" id="{772D5ACC-F35E-A714-8ADC-80DE6B118F80}"/>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3" name="Sous-titre 2"/>
          <p:cNvSpPr>
            <a:spLocks noGrp="1"/>
          </p:cNvSpPr>
          <p:nvPr>
            <p:ph type="subTitle" idx="1"/>
          </p:nvPr>
        </p:nvSpPr>
        <p:spPr>
          <a:xfrm>
            <a:off x="395536" y="2211710"/>
            <a:ext cx="6120680" cy="400110"/>
          </a:xfrm>
          <a:prstGeom prst="rect">
            <a:avLst/>
          </a:prstGeom>
        </p:spPr>
        <p:txBody>
          <a:bodyPr wrap="square">
            <a:spAutoFit/>
          </a:bodyPr>
          <a:lstStyle>
            <a:lvl1pPr marL="0" indent="0" algn="l">
              <a:buNone/>
              <a:defRPr sz="2000">
                <a:solidFill>
                  <a:schemeClr val="accent3"/>
                </a:solidFill>
                <a:latin typeface="Segoe UI Light" panose="020B0502040204020203" pitchFamily="34" charset="0"/>
                <a:cs typeface="Segoe UI Light" panose="020B0502040204020203"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smtClean="0"/>
              <a:t>Modifier le style des sous-titres du masque</a:t>
            </a:r>
            <a:endParaRPr lang="fr-CA" dirty="0"/>
          </a:p>
        </p:txBody>
      </p:sp>
      <p:sp>
        <p:nvSpPr>
          <p:cNvPr id="9" name="Titre 8"/>
          <p:cNvSpPr>
            <a:spLocks noGrp="1"/>
          </p:cNvSpPr>
          <p:nvPr>
            <p:ph type="title"/>
          </p:nvPr>
        </p:nvSpPr>
        <p:spPr>
          <a:xfrm>
            <a:off x="395536" y="1434305"/>
            <a:ext cx="6120680" cy="584775"/>
          </a:xfrm>
          <a:prstGeom prst="rect">
            <a:avLst/>
          </a:prstGeom>
        </p:spPr>
        <p:txBody>
          <a:bodyPr wrap="square">
            <a:spAutoFit/>
          </a:bodyPr>
          <a:lstStyle>
            <a:lvl1pPr algn="l">
              <a:defRPr sz="3200" b="0">
                <a:solidFill>
                  <a:schemeClr val="bg1"/>
                </a:solidFill>
              </a:defRPr>
            </a:lvl1pPr>
          </a:lstStyle>
          <a:p>
            <a:r>
              <a:rPr lang="fr-FR" smtClean="0"/>
              <a:t>Modifiez le style du titre</a:t>
            </a:r>
            <a:endParaRPr lang="fr-CA" dirty="0"/>
          </a:p>
        </p:txBody>
      </p:sp>
      <p:sp>
        <p:nvSpPr>
          <p:cNvPr id="2" name="Espace réservé du texte 7">
            <a:extLst>
              <a:ext uri="{FF2B5EF4-FFF2-40B4-BE49-F238E27FC236}">
                <a16:creationId xmlns:a16="http://schemas.microsoft.com/office/drawing/2014/main" id="{451DDCC9-6FA8-D028-646A-276BE94F861F}"/>
              </a:ext>
            </a:extLst>
          </p:cNvPr>
          <p:cNvSpPr>
            <a:spLocks noGrp="1"/>
          </p:cNvSpPr>
          <p:nvPr>
            <p:ph type="body" sz="quarter" idx="12" hasCustomPrompt="1"/>
          </p:nvPr>
        </p:nvSpPr>
        <p:spPr>
          <a:xfrm>
            <a:off x="395536" y="3055200"/>
            <a:ext cx="6192688" cy="369332"/>
          </a:xfrm>
          <a:prstGeom prst="rect">
            <a:avLst/>
          </a:prstGeom>
        </p:spPr>
        <p:txBody>
          <a:bodyPr/>
          <a:lstStyle>
            <a:lvl1pPr>
              <a:lnSpc>
                <a:spcPct val="150000"/>
              </a:lnSpc>
              <a:spcBef>
                <a:spcPts val="0"/>
              </a:spcBef>
              <a:buNone/>
              <a:defRPr sz="1000" b="1">
                <a:solidFill>
                  <a:schemeClr val="tx1">
                    <a:lumMod val="20000"/>
                    <a:lumOff val="80000"/>
                  </a:schemeClr>
                </a:solidFill>
              </a:defRPr>
            </a:lvl1pPr>
          </a:lstStyle>
          <a:p>
            <a:pPr lvl="0"/>
            <a:r>
              <a:rPr lang="fr-CA" dirty="0"/>
              <a:t>Présenté par : </a:t>
            </a:r>
          </a:p>
        </p:txBody>
      </p:sp>
      <p:sp>
        <p:nvSpPr>
          <p:cNvPr id="5" name="Espace réservé du texte 7">
            <a:extLst>
              <a:ext uri="{FF2B5EF4-FFF2-40B4-BE49-F238E27FC236}">
                <a16:creationId xmlns:a16="http://schemas.microsoft.com/office/drawing/2014/main" id="{118EE655-A69C-FCA5-AA12-4C095A74019E}"/>
              </a:ext>
            </a:extLst>
          </p:cNvPr>
          <p:cNvSpPr>
            <a:spLocks noGrp="1"/>
          </p:cNvSpPr>
          <p:nvPr>
            <p:ph type="body" sz="quarter" idx="13" hasCustomPrompt="1"/>
          </p:nvPr>
        </p:nvSpPr>
        <p:spPr>
          <a:xfrm>
            <a:off x="395536" y="3512263"/>
            <a:ext cx="6192688" cy="369332"/>
          </a:xfrm>
          <a:prstGeom prst="rect">
            <a:avLst/>
          </a:prstGeom>
        </p:spPr>
        <p:txBody>
          <a:bodyPr/>
          <a:lstStyle>
            <a:lvl1pPr>
              <a:lnSpc>
                <a:spcPct val="150000"/>
              </a:lnSpc>
              <a:spcBef>
                <a:spcPts val="0"/>
              </a:spcBef>
              <a:buNone/>
              <a:defRPr sz="1000">
                <a:solidFill>
                  <a:schemeClr val="tx1">
                    <a:lumMod val="20000"/>
                    <a:lumOff val="80000"/>
                  </a:schemeClr>
                </a:solidFill>
              </a:defRPr>
            </a:lvl1pPr>
          </a:lstStyle>
          <a:p>
            <a:pPr lvl="0"/>
            <a:r>
              <a:rPr lang="fr-CA" dirty="0"/>
              <a:t>Date</a:t>
            </a:r>
          </a:p>
        </p:txBody>
      </p:sp>
      <p:sp>
        <p:nvSpPr>
          <p:cNvPr id="6" name="ZoneTexte 5">
            <a:extLst>
              <a:ext uri="{FF2B5EF4-FFF2-40B4-BE49-F238E27FC236}">
                <a16:creationId xmlns:a16="http://schemas.microsoft.com/office/drawing/2014/main" id="{8BCFE059-5AC6-3FC5-541E-D55CB0E06426}"/>
              </a:ext>
            </a:extLst>
          </p:cNvPr>
          <p:cNvSpPr txBox="1"/>
          <p:nvPr userDrawn="1"/>
        </p:nvSpPr>
        <p:spPr>
          <a:xfrm>
            <a:off x="251520" y="195486"/>
            <a:ext cx="8640960"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1000" dirty="0" smtClean="0">
                <a:solidFill>
                  <a:schemeClr val="tx1">
                    <a:lumMod val="20000"/>
                    <a:lumOff val="80000"/>
                  </a:schemeClr>
                </a:solidFill>
              </a:rPr>
              <a:t>Santé Québec Laurentides</a:t>
            </a:r>
          </a:p>
          <a:p>
            <a:pPr algn="l"/>
            <a:endParaRPr lang="fr-CA" sz="1000" b="1" dirty="0">
              <a:solidFill>
                <a:schemeClr val="tx1">
                  <a:lumMod val="20000"/>
                  <a:lumOff val="80000"/>
                </a:schemeClr>
              </a:solidFill>
              <a:latin typeface="Segoe UI Light" panose="020B0502040204020203" pitchFamily="34" charset="0"/>
              <a:cs typeface="Segoe UI Light" panose="020B0502040204020203" pitchFamily="34" charset="0"/>
            </a:endParaRPr>
          </a:p>
        </p:txBody>
      </p:sp>
    </p:spTree>
    <p:extLst>
      <p:ext uri="{BB962C8B-B14F-4D97-AF65-F5344CB8AC3E}">
        <p14:creationId xmlns:p14="http://schemas.microsoft.com/office/powerpoint/2010/main" val="775157700"/>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Couverture_Coeur">
    <p:bg>
      <p:bgPr>
        <a:solidFill>
          <a:srgbClr val="FFFFFF"/>
        </a:solidFill>
        <a:effectLst/>
      </p:bgPr>
    </p:bg>
    <p:spTree>
      <p:nvGrpSpPr>
        <p:cNvPr id="1" name=""/>
        <p:cNvGrpSpPr/>
        <p:nvPr/>
      </p:nvGrpSpPr>
      <p:grpSpPr>
        <a:xfrm>
          <a:off x="0" y="0"/>
          <a:ext cx="0" cy="0"/>
          <a:chOff x="0" y="0"/>
          <a:chExt cx="0" cy="0"/>
        </a:xfrm>
      </p:grpSpPr>
      <p:pic>
        <p:nvPicPr>
          <p:cNvPr id="5" name="Image 4" descr="Une image contenant Graphique, capture d’écran, Bleu électrique, graphisme&#10;&#10;Le contenu généré par l’IA peut être incorrect.">
            <a:extLst>
              <a:ext uri="{FF2B5EF4-FFF2-40B4-BE49-F238E27FC236}">
                <a16:creationId xmlns:a16="http://schemas.microsoft.com/office/drawing/2014/main" id="{8E707F15-4C2E-EC95-6962-C80A5E25282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3" name="Sous-titre 2"/>
          <p:cNvSpPr>
            <a:spLocks noGrp="1"/>
          </p:cNvSpPr>
          <p:nvPr>
            <p:ph type="subTitle" idx="1"/>
          </p:nvPr>
        </p:nvSpPr>
        <p:spPr>
          <a:xfrm>
            <a:off x="3275856" y="2652160"/>
            <a:ext cx="5400600" cy="369332"/>
          </a:xfrm>
          <a:prstGeom prst="rect">
            <a:avLst/>
          </a:prstGeom>
        </p:spPr>
        <p:txBody>
          <a:bodyPr wrap="square">
            <a:spAutoFit/>
          </a:bodyPr>
          <a:lstStyle>
            <a:lvl1pPr marL="0" indent="0" algn="l">
              <a:buNone/>
              <a:defRPr sz="2000">
                <a:solidFill>
                  <a:schemeClr val="accent3"/>
                </a:solidFill>
                <a:latin typeface="Segoe UI Light" panose="020B0502040204020203" pitchFamily="34" charset="0"/>
                <a:cs typeface="Segoe UI Light" panose="020B0502040204020203"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smtClean="0"/>
              <a:t>Modifier le style des sous-titres du masque</a:t>
            </a:r>
            <a:endParaRPr lang="fr-CA" dirty="0"/>
          </a:p>
        </p:txBody>
      </p:sp>
      <p:sp>
        <p:nvSpPr>
          <p:cNvPr id="9" name="Titre 8"/>
          <p:cNvSpPr>
            <a:spLocks noGrp="1"/>
          </p:cNvSpPr>
          <p:nvPr>
            <p:ph type="title"/>
          </p:nvPr>
        </p:nvSpPr>
        <p:spPr>
          <a:xfrm>
            <a:off x="3275856" y="1874755"/>
            <a:ext cx="5400600" cy="535531"/>
          </a:xfrm>
          <a:prstGeom prst="rect">
            <a:avLst/>
          </a:prstGeom>
        </p:spPr>
        <p:txBody>
          <a:bodyPr wrap="square">
            <a:spAutoFit/>
          </a:bodyPr>
          <a:lstStyle>
            <a:lvl1pPr algn="l">
              <a:defRPr sz="3200" b="0">
                <a:solidFill>
                  <a:schemeClr val="bg1"/>
                </a:solidFill>
              </a:defRPr>
            </a:lvl1pPr>
          </a:lstStyle>
          <a:p>
            <a:r>
              <a:rPr lang="fr-FR" smtClean="0"/>
              <a:t>Modifiez le style du titre</a:t>
            </a:r>
            <a:endParaRPr lang="fr-CA" dirty="0"/>
          </a:p>
        </p:txBody>
      </p:sp>
      <p:sp>
        <p:nvSpPr>
          <p:cNvPr id="2" name="Espace réservé du texte 7">
            <a:extLst>
              <a:ext uri="{FF2B5EF4-FFF2-40B4-BE49-F238E27FC236}">
                <a16:creationId xmlns:a16="http://schemas.microsoft.com/office/drawing/2014/main" id="{C7ABDA54-8962-1053-D0B1-3E0C454B0C41}"/>
              </a:ext>
            </a:extLst>
          </p:cNvPr>
          <p:cNvSpPr>
            <a:spLocks noGrp="1"/>
          </p:cNvSpPr>
          <p:nvPr>
            <p:ph type="body" sz="quarter" idx="12" hasCustomPrompt="1"/>
          </p:nvPr>
        </p:nvSpPr>
        <p:spPr>
          <a:xfrm>
            <a:off x="395536" y="4083918"/>
            <a:ext cx="6192688" cy="369332"/>
          </a:xfrm>
          <a:prstGeom prst="rect">
            <a:avLst/>
          </a:prstGeom>
        </p:spPr>
        <p:txBody>
          <a:bodyPr/>
          <a:lstStyle>
            <a:lvl1pPr>
              <a:lnSpc>
                <a:spcPct val="150000"/>
              </a:lnSpc>
              <a:spcBef>
                <a:spcPts val="0"/>
              </a:spcBef>
              <a:buNone/>
              <a:defRPr sz="1000" b="1">
                <a:solidFill>
                  <a:schemeClr val="tx1">
                    <a:lumMod val="20000"/>
                    <a:lumOff val="80000"/>
                  </a:schemeClr>
                </a:solidFill>
              </a:defRPr>
            </a:lvl1pPr>
          </a:lstStyle>
          <a:p>
            <a:pPr lvl="0"/>
            <a:r>
              <a:rPr lang="fr-CA" dirty="0"/>
              <a:t>Présenté par : </a:t>
            </a:r>
          </a:p>
        </p:txBody>
      </p:sp>
      <p:sp>
        <p:nvSpPr>
          <p:cNvPr id="6" name="Espace réservé du texte 7">
            <a:extLst>
              <a:ext uri="{FF2B5EF4-FFF2-40B4-BE49-F238E27FC236}">
                <a16:creationId xmlns:a16="http://schemas.microsoft.com/office/drawing/2014/main" id="{48979945-946C-25C9-8421-48A233661501}"/>
              </a:ext>
            </a:extLst>
          </p:cNvPr>
          <p:cNvSpPr>
            <a:spLocks noGrp="1"/>
          </p:cNvSpPr>
          <p:nvPr>
            <p:ph type="body" sz="quarter" idx="13" hasCustomPrompt="1"/>
          </p:nvPr>
        </p:nvSpPr>
        <p:spPr>
          <a:xfrm>
            <a:off x="395536" y="4540981"/>
            <a:ext cx="6192688" cy="369332"/>
          </a:xfrm>
          <a:prstGeom prst="rect">
            <a:avLst/>
          </a:prstGeom>
        </p:spPr>
        <p:txBody>
          <a:bodyPr/>
          <a:lstStyle>
            <a:lvl1pPr>
              <a:lnSpc>
                <a:spcPct val="150000"/>
              </a:lnSpc>
              <a:spcBef>
                <a:spcPts val="0"/>
              </a:spcBef>
              <a:buNone/>
              <a:defRPr sz="1000">
                <a:solidFill>
                  <a:schemeClr val="tx1">
                    <a:lumMod val="20000"/>
                    <a:lumOff val="80000"/>
                  </a:schemeClr>
                </a:solidFill>
              </a:defRPr>
            </a:lvl1pPr>
          </a:lstStyle>
          <a:p>
            <a:pPr lvl="0"/>
            <a:r>
              <a:rPr lang="fr-CA" dirty="0"/>
              <a:t>Date</a:t>
            </a:r>
          </a:p>
        </p:txBody>
      </p:sp>
      <p:sp>
        <p:nvSpPr>
          <p:cNvPr id="4" name="ZoneTexte 3">
            <a:extLst>
              <a:ext uri="{FF2B5EF4-FFF2-40B4-BE49-F238E27FC236}">
                <a16:creationId xmlns:a16="http://schemas.microsoft.com/office/drawing/2014/main" id="{9CCC92BB-4D5E-F9B1-0D47-6C8124EA8B72}"/>
              </a:ext>
            </a:extLst>
          </p:cNvPr>
          <p:cNvSpPr txBox="1"/>
          <p:nvPr userDrawn="1"/>
        </p:nvSpPr>
        <p:spPr>
          <a:xfrm>
            <a:off x="251520" y="195486"/>
            <a:ext cx="8640960"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1000" dirty="0" smtClean="0">
                <a:solidFill>
                  <a:schemeClr val="tx1">
                    <a:lumMod val="20000"/>
                    <a:lumOff val="80000"/>
                  </a:schemeClr>
                </a:solidFill>
              </a:rPr>
              <a:t>Santé Québec Laurentides</a:t>
            </a:r>
          </a:p>
          <a:p>
            <a:pPr algn="l"/>
            <a:endParaRPr lang="fr-CA" sz="1000" b="1" dirty="0">
              <a:solidFill>
                <a:schemeClr val="tx1">
                  <a:lumMod val="20000"/>
                  <a:lumOff val="80000"/>
                </a:schemeClr>
              </a:solidFill>
              <a:latin typeface="Segoe UI Light" panose="020B0502040204020203" pitchFamily="34" charset="0"/>
              <a:cs typeface="Segoe UI Light" panose="020B0502040204020203" pitchFamily="34" charset="0"/>
            </a:endParaRPr>
          </a:p>
        </p:txBody>
      </p:sp>
    </p:spTree>
    <p:extLst>
      <p:ext uri="{BB962C8B-B14F-4D97-AF65-F5344CB8AC3E}">
        <p14:creationId xmlns:p14="http://schemas.microsoft.com/office/powerpoint/2010/main" val="875688455"/>
      </p:ext>
    </p:extLst>
  </p:cSld>
  <p:clrMapOvr>
    <a:overrideClrMapping bg1="lt1" tx1="dk1" bg2="lt2" tx2="dk2" accent1="accent1" accent2="accent2" accent3="accent3" accent4="accent4" accent5="accent5" accent6="accent6" hlink="hlink" folHlink="folHlink"/>
  </p:clrMapOvr>
  <p:extLst mod="1">
    <p:ext uri="{DCECCB84-F9BA-43D5-87BE-67443E8EF086}">
      <p15:sldGuideLst xmlns:p15="http://schemas.microsoft.com/office/powerpoint/2012/main">
        <p15:guide id="1" orient="horz" pos="1620" userDrawn="1">
          <p15:clr>
            <a:srgbClr val="FBAE40"/>
          </p15:clr>
        </p15:guide>
        <p15:guide id="2" pos="288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Disposition personnalisée">
    <p:spTree>
      <p:nvGrpSpPr>
        <p:cNvPr id="1" name=""/>
        <p:cNvGrpSpPr/>
        <p:nvPr/>
      </p:nvGrpSpPr>
      <p:grpSpPr>
        <a:xfrm>
          <a:off x="0" y="0"/>
          <a:ext cx="0" cy="0"/>
          <a:chOff x="0" y="0"/>
          <a:chExt cx="0" cy="0"/>
        </a:xfrm>
      </p:grpSpPr>
      <p:sp>
        <p:nvSpPr>
          <p:cNvPr id="5" name="Sous-titre 2">
            <a:extLst>
              <a:ext uri="{FF2B5EF4-FFF2-40B4-BE49-F238E27FC236}">
                <a16:creationId xmlns:a16="http://schemas.microsoft.com/office/drawing/2014/main" id="{B036531A-45A6-DAFB-9807-990BDEB0F973}"/>
              </a:ext>
            </a:extLst>
          </p:cNvPr>
          <p:cNvSpPr>
            <a:spLocks noGrp="1"/>
          </p:cNvSpPr>
          <p:nvPr>
            <p:ph type="subTitle" idx="1"/>
          </p:nvPr>
        </p:nvSpPr>
        <p:spPr>
          <a:xfrm>
            <a:off x="683568" y="3061123"/>
            <a:ext cx="6120680" cy="369332"/>
          </a:xfrm>
          <a:prstGeom prst="rect">
            <a:avLst/>
          </a:prstGeom>
        </p:spPr>
        <p:txBody>
          <a:bodyPr wrap="square">
            <a:spAutoFit/>
          </a:bodyPr>
          <a:lstStyle>
            <a:lvl1pPr marL="0" indent="0" algn="l">
              <a:buNone/>
              <a:defRPr sz="2000">
                <a:solidFill>
                  <a:schemeClr val="accent2"/>
                </a:solidFill>
                <a:latin typeface="Segoe UI Light" panose="020B0502040204020203" pitchFamily="34" charset="0"/>
                <a:cs typeface="Segoe UI Light" panose="020B0502040204020203"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dirty="0"/>
              <a:t>Modifiez le style des sous-titres du masque</a:t>
            </a:r>
            <a:endParaRPr lang="fr-CA" dirty="0"/>
          </a:p>
        </p:txBody>
      </p:sp>
      <p:sp>
        <p:nvSpPr>
          <p:cNvPr id="6" name="Titre 8">
            <a:extLst>
              <a:ext uri="{FF2B5EF4-FFF2-40B4-BE49-F238E27FC236}">
                <a16:creationId xmlns:a16="http://schemas.microsoft.com/office/drawing/2014/main" id="{B8BCF40C-9859-15B1-1EDB-0239D6CB01C0}"/>
              </a:ext>
            </a:extLst>
          </p:cNvPr>
          <p:cNvSpPr>
            <a:spLocks noGrp="1"/>
          </p:cNvSpPr>
          <p:nvPr>
            <p:ph type="title"/>
          </p:nvPr>
        </p:nvSpPr>
        <p:spPr>
          <a:xfrm>
            <a:off x="683568" y="2283718"/>
            <a:ext cx="6120680" cy="538417"/>
          </a:xfrm>
          <a:prstGeom prst="rect">
            <a:avLst/>
          </a:prstGeom>
        </p:spPr>
        <p:txBody>
          <a:bodyPr wrap="square">
            <a:spAutoFit/>
          </a:bodyPr>
          <a:lstStyle>
            <a:lvl1pPr algn="l">
              <a:defRPr sz="3200" b="0">
                <a:solidFill>
                  <a:schemeClr val="tx1"/>
                </a:solidFill>
              </a:defRPr>
            </a:lvl1pPr>
          </a:lstStyle>
          <a:p>
            <a:r>
              <a:rPr lang="fr-FR" dirty="0"/>
              <a:t>Modifiez le style du titre</a:t>
            </a:r>
            <a:endParaRPr lang="fr-CA" dirty="0"/>
          </a:p>
        </p:txBody>
      </p:sp>
      <p:sp>
        <p:nvSpPr>
          <p:cNvPr id="4" name="Espace réservé du texte 7">
            <a:extLst>
              <a:ext uri="{FF2B5EF4-FFF2-40B4-BE49-F238E27FC236}">
                <a16:creationId xmlns:a16="http://schemas.microsoft.com/office/drawing/2014/main" id="{DCA2241F-4BBB-8B0B-620C-B486DDBF4B15}"/>
              </a:ext>
            </a:extLst>
          </p:cNvPr>
          <p:cNvSpPr>
            <a:spLocks noGrp="1"/>
          </p:cNvSpPr>
          <p:nvPr>
            <p:ph type="body" sz="quarter" idx="11" hasCustomPrompt="1"/>
          </p:nvPr>
        </p:nvSpPr>
        <p:spPr>
          <a:xfrm>
            <a:off x="2915816" y="233187"/>
            <a:ext cx="5760640" cy="164998"/>
          </a:xfrm>
          <a:prstGeom prst="rect">
            <a:avLst/>
          </a:prstGeom>
        </p:spPr>
        <p:txBody>
          <a:bodyPr/>
          <a:lstStyle>
            <a:lvl1pPr algn="r">
              <a:spcBef>
                <a:spcPts val="0"/>
              </a:spcBef>
              <a:buNone/>
              <a:defRPr sz="1000">
                <a:solidFill>
                  <a:schemeClr val="tx1">
                    <a:lumMod val="20000"/>
                    <a:lumOff val="80000"/>
                  </a:schemeClr>
                </a:solidFill>
              </a:defRPr>
            </a:lvl1pPr>
          </a:lstStyle>
          <a:p>
            <a:pPr lvl="0"/>
            <a:r>
              <a:rPr lang="fr-CA" dirty="0"/>
              <a:t>Santé Québec Territoire</a:t>
            </a:r>
          </a:p>
        </p:txBody>
      </p:sp>
      <p:sp>
        <p:nvSpPr>
          <p:cNvPr id="2" name="Espace réservé du texte 7">
            <a:extLst>
              <a:ext uri="{FF2B5EF4-FFF2-40B4-BE49-F238E27FC236}">
                <a16:creationId xmlns:a16="http://schemas.microsoft.com/office/drawing/2014/main" id="{FE9F0CC6-B2AE-FCA0-59A3-43EE0CEFB74D}"/>
              </a:ext>
            </a:extLst>
          </p:cNvPr>
          <p:cNvSpPr>
            <a:spLocks noGrp="1"/>
          </p:cNvSpPr>
          <p:nvPr>
            <p:ph type="body" sz="quarter" idx="12" hasCustomPrompt="1"/>
          </p:nvPr>
        </p:nvSpPr>
        <p:spPr>
          <a:xfrm>
            <a:off x="683568" y="3795886"/>
            <a:ext cx="5616624" cy="369332"/>
          </a:xfrm>
          <a:prstGeom prst="rect">
            <a:avLst/>
          </a:prstGeom>
        </p:spPr>
        <p:txBody>
          <a:bodyPr/>
          <a:lstStyle>
            <a:lvl1pPr>
              <a:lnSpc>
                <a:spcPct val="150000"/>
              </a:lnSpc>
              <a:spcBef>
                <a:spcPts val="0"/>
              </a:spcBef>
              <a:buNone/>
              <a:defRPr sz="1000" b="1">
                <a:solidFill>
                  <a:schemeClr val="tx1"/>
                </a:solidFill>
              </a:defRPr>
            </a:lvl1pPr>
          </a:lstStyle>
          <a:p>
            <a:pPr lvl="0"/>
            <a:r>
              <a:rPr lang="fr-CA" dirty="0"/>
              <a:t>Présenté par : </a:t>
            </a:r>
          </a:p>
        </p:txBody>
      </p:sp>
      <p:sp>
        <p:nvSpPr>
          <p:cNvPr id="7" name="Espace réservé du texte 7">
            <a:extLst>
              <a:ext uri="{FF2B5EF4-FFF2-40B4-BE49-F238E27FC236}">
                <a16:creationId xmlns:a16="http://schemas.microsoft.com/office/drawing/2014/main" id="{0BC15B0D-B167-FB64-817A-99BB91765DB7}"/>
              </a:ext>
            </a:extLst>
          </p:cNvPr>
          <p:cNvSpPr>
            <a:spLocks noGrp="1"/>
          </p:cNvSpPr>
          <p:nvPr>
            <p:ph type="body" sz="quarter" idx="13" hasCustomPrompt="1"/>
          </p:nvPr>
        </p:nvSpPr>
        <p:spPr>
          <a:xfrm>
            <a:off x="683568" y="4252949"/>
            <a:ext cx="5616624" cy="369332"/>
          </a:xfrm>
          <a:prstGeom prst="rect">
            <a:avLst/>
          </a:prstGeom>
        </p:spPr>
        <p:txBody>
          <a:bodyPr/>
          <a:lstStyle>
            <a:lvl1pPr>
              <a:lnSpc>
                <a:spcPct val="150000"/>
              </a:lnSpc>
              <a:spcBef>
                <a:spcPts val="0"/>
              </a:spcBef>
              <a:buNone/>
              <a:defRPr sz="1000">
                <a:solidFill>
                  <a:schemeClr val="tx1"/>
                </a:solidFill>
              </a:defRPr>
            </a:lvl1pPr>
          </a:lstStyle>
          <a:p>
            <a:pPr lvl="0"/>
            <a:r>
              <a:rPr lang="fr-CA" dirty="0"/>
              <a:t>Date</a:t>
            </a:r>
          </a:p>
        </p:txBody>
      </p:sp>
      <p:pic>
        <p:nvPicPr>
          <p:cNvPr id="8" name="Image 7" descr="Une image contenant capture d’écran, Graphique, logo, conception&#10;&#10;Le contenu généré par l’IA peut être incorrect.">
            <a:extLst>
              <a:ext uri="{FF2B5EF4-FFF2-40B4-BE49-F238E27FC236}">
                <a16:creationId xmlns:a16="http://schemas.microsoft.com/office/drawing/2014/main" id="{1A11B54E-E2F2-175F-1490-76B3C1A07FAC}"/>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3" name="ZoneTexte 2">
            <a:extLst>
              <a:ext uri="{FF2B5EF4-FFF2-40B4-BE49-F238E27FC236}">
                <a16:creationId xmlns:a16="http://schemas.microsoft.com/office/drawing/2014/main" id="{2CF16CC5-118B-B03A-C67B-2E57770BBE12}"/>
              </a:ext>
            </a:extLst>
          </p:cNvPr>
          <p:cNvSpPr txBox="1"/>
          <p:nvPr userDrawn="1"/>
        </p:nvSpPr>
        <p:spPr>
          <a:xfrm>
            <a:off x="251520" y="195486"/>
            <a:ext cx="8568952" cy="246221"/>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fr-CA" sz="1000" dirty="0">
                <a:solidFill>
                  <a:schemeClr val="tx1">
                    <a:lumMod val="20000"/>
                    <a:lumOff val="80000"/>
                  </a:schemeClr>
                </a:solidFill>
              </a:rPr>
              <a:t>Santé Québec </a:t>
            </a:r>
            <a:r>
              <a:rPr lang="fr-CA" sz="1000" dirty="0" smtClean="0">
                <a:solidFill>
                  <a:schemeClr val="tx1">
                    <a:lumMod val="20000"/>
                    <a:lumOff val="80000"/>
                  </a:schemeClr>
                </a:solidFill>
              </a:rPr>
              <a:t>Laurentides</a:t>
            </a:r>
            <a:endParaRPr lang="fr-CA" sz="1000" b="1" dirty="0">
              <a:solidFill>
                <a:schemeClr val="tx1">
                  <a:lumMod val="20000"/>
                  <a:lumOff val="80000"/>
                </a:schemeClr>
              </a:solidFill>
              <a:latin typeface="Segoe UI Light" panose="020B0502040204020203" pitchFamily="34" charset="0"/>
              <a:cs typeface="Segoe UI Light" panose="020B0502040204020203" pitchFamily="34" charset="0"/>
            </a:endParaRPr>
          </a:p>
        </p:txBody>
      </p:sp>
    </p:spTree>
    <p:extLst>
      <p:ext uri="{BB962C8B-B14F-4D97-AF65-F5344CB8AC3E}">
        <p14:creationId xmlns:p14="http://schemas.microsoft.com/office/powerpoint/2010/main" val="4019807591"/>
      </p:ext>
    </p:extLst>
  </p:cSld>
  <p:clrMapOvr>
    <a:masterClrMapping/>
  </p:clrMapOvr>
  <p:extLst mod="1">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4_Disposition personnalisée">
    <p:spTree>
      <p:nvGrpSpPr>
        <p:cNvPr id="1" name=""/>
        <p:cNvGrpSpPr/>
        <p:nvPr/>
      </p:nvGrpSpPr>
      <p:grpSpPr>
        <a:xfrm>
          <a:off x="0" y="0"/>
          <a:ext cx="0" cy="0"/>
          <a:chOff x="0" y="0"/>
          <a:chExt cx="0" cy="0"/>
        </a:xfrm>
      </p:grpSpPr>
      <p:pic>
        <p:nvPicPr>
          <p:cNvPr id="8" name="Image 7" descr="Une image contenant capture d’écran, Graphique, graphisme, Bleu Majorelle&#10;&#10;Le contenu généré par l’IA peut être incorrect.">
            <a:extLst>
              <a:ext uri="{FF2B5EF4-FFF2-40B4-BE49-F238E27FC236}">
                <a16:creationId xmlns:a16="http://schemas.microsoft.com/office/drawing/2014/main" id="{B6928C83-F29A-F84E-22C6-016E4CBAB96B}"/>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5" name="Sous-titre 2">
            <a:extLst>
              <a:ext uri="{FF2B5EF4-FFF2-40B4-BE49-F238E27FC236}">
                <a16:creationId xmlns:a16="http://schemas.microsoft.com/office/drawing/2014/main" id="{B036531A-45A6-DAFB-9807-990BDEB0F973}"/>
              </a:ext>
            </a:extLst>
          </p:cNvPr>
          <p:cNvSpPr>
            <a:spLocks noGrp="1"/>
          </p:cNvSpPr>
          <p:nvPr>
            <p:ph type="subTitle" idx="1"/>
          </p:nvPr>
        </p:nvSpPr>
        <p:spPr>
          <a:xfrm>
            <a:off x="2339752" y="1981003"/>
            <a:ext cx="6120680" cy="369332"/>
          </a:xfrm>
          <a:prstGeom prst="rect">
            <a:avLst/>
          </a:prstGeom>
        </p:spPr>
        <p:txBody>
          <a:bodyPr wrap="square">
            <a:spAutoFit/>
          </a:bodyPr>
          <a:lstStyle>
            <a:lvl1pPr marL="0" indent="0" algn="l">
              <a:buNone/>
              <a:defRPr sz="2000">
                <a:solidFill>
                  <a:schemeClr val="accent2"/>
                </a:solidFill>
                <a:latin typeface="Segoe UI Light" panose="020B0502040204020203" pitchFamily="34" charset="0"/>
                <a:cs typeface="Segoe UI Light" panose="020B0502040204020203"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dirty="0"/>
              <a:t>Modifiez le style des sous-titres du masque</a:t>
            </a:r>
            <a:endParaRPr lang="fr-CA" dirty="0"/>
          </a:p>
        </p:txBody>
      </p:sp>
      <p:sp>
        <p:nvSpPr>
          <p:cNvPr id="6" name="Titre 8">
            <a:extLst>
              <a:ext uri="{FF2B5EF4-FFF2-40B4-BE49-F238E27FC236}">
                <a16:creationId xmlns:a16="http://schemas.microsoft.com/office/drawing/2014/main" id="{B8BCF40C-9859-15B1-1EDB-0239D6CB01C0}"/>
              </a:ext>
            </a:extLst>
          </p:cNvPr>
          <p:cNvSpPr>
            <a:spLocks noGrp="1"/>
          </p:cNvSpPr>
          <p:nvPr>
            <p:ph type="title"/>
          </p:nvPr>
        </p:nvSpPr>
        <p:spPr>
          <a:xfrm>
            <a:off x="2339752" y="1203598"/>
            <a:ext cx="6120680" cy="538417"/>
          </a:xfrm>
          <a:prstGeom prst="rect">
            <a:avLst/>
          </a:prstGeom>
        </p:spPr>
        <p:txBody>
          <a:bodyPr wrap="square">
            <a:spAutoFit/>
          </a:bodyPr>
          <a:lstStyle>
            <a:lvl1pPr algn="l">
              <a:defRPr sz="3200" b="0">
                <a:solidFill>
                  <a:schemeClr val="tx1"/>
                </a:solidFill>
              </a:defRPr>
            </a:lvl1pPr>
          </a:lstStyle>
          <a:p>
            <a:r>
              <a:rPr lang="fr-FR" dirty="0"/>
              <a:t>Modifiez le style du titre</a:t>
            </a:r>
            <a:endParaRPr lang="fr-CA" dirty="0"/>
          </a:p>
        </p:txBody>
      </p:sp>
      <p:sp>
        <p:nvSpPr>
          <p:cNvPr id="2" name="Espace réservé du texte 7">
            <a:extLst>
              <a:ext uri="{FF2B5EF4-FFF2-40B4-BE49-F238E27FC236}">
                <a16:creationId xmlns:a16="http://schemas.microsoft.com/office/drawing/2014/main" id="{20ECF505-FA04-DBEC-6ACB-6F7C02B37137}"/>
              </a:ext>
            </a:extLst>
          </p:cNvPr>
          <p:cNvSpPr>
            <a:spLocks noGrp="1"/>
          </p:cNvSpPr>
          <p:nvPr>
            <p:ph type="body" sz="quarter" idx="12" hasCustomPrompt="1"/>
          </p:nvPr>
        </p:nvSpPr>
        <p:spPr>
          <a:xfrm>
            <a:off x="2339752" y="2859782"/>
            <a:ext cx="5616624" cy="369332"/>
          </a:xfrm>
          <a:prstGeom prst="rect">
            <a:avLst/>
          </a:prstGeom>
        </p:spPr>
        <p:txBody>
          <a:bodyPr/>
          <a:lstStyle>
            <a:lvl1pPr>
              <a:lnSpc>
                <a:spcPct val="150000"/>
              </a:lnSpc>
              <a:spcBef>
                <a:spcPts val="0"/>
              </a:spcBef>
              <a:buNone/>
              <a:defRPr sz="1000" b="1">
                <a:solidFill>
                  <a:schemeClr val="tx1"/>
                </a:solidFill>
              </a:defRPr>
            </a:lvl1pPr>
          </a:lstStyle>
          <a:p>
            <a:pPr lvl="0"/>
            <a:r>
              <a:rPr lang="fr-CA" dirty="0"/>
              <a:t>Présenté par : </a:t>
            </a:r>
          </a:p>
        </p:txBody>
      </p:sp>
      <p:sp>
        <p:nvSpPr>
          <p:cNvPr id="7" name="Espace réservé du texte 7">
            <a:extLst>
              <a:ext uri="{FF2B5EF4-FFF2-40B4-BE49-F238E27FC236}">
                <a16:creationId xmlns:a16="http://schemas.microsoft.com/office/drawing/2014/main" id="{3542A7DA-B10D-4A43-5932-660DEA22F0D9}"/>
              </a:ext>
            </a:extLst>
          </p:cNvPr>
          <p:cNvSpPr>
            <a:spLocks noGrp="1"/>
          </p:cNvSpPr>
          <p:nvPr>
            <p:ph type="body" sz="quarter" idx="13" hasCustomPrompt="1"/>
          </p:nvPr>
        </p:nvSpPr>
        <p:spPr>
          <a:xfrm>
            <a:off x="2339752" y="3316845"/>
            <a:ext cx="5616624" cy="369332"/>
          </a:xfrm>
          <a:prstGeom prst="rect">
            <a:avLst/>
          </a:prstGeom>
        </p:spPr>
        <p:txBody>
          <a:bodyPr/>
          <a:lstStyle>
            <a:lvl1pPr>
              <a:lnSpc>
                <a:spcPct val="150000"/>
              </a:lnSpc>
              <a:spcBef>
                <a:spcPts val="0"/>
              </a:spcBef>
              <a:buNone/>
              <a:defRPr sz="1000">
                <a:solidFill>
                  <a:schemeClr val="tx1"/>
                </a:solidFill>
              </a:defRPr>
            </a:lvl1pPr>
          </a:lstStyle>
          <a:p>
            <a:pPr lvl="0"/>
            <a:r>
              <a:rPr lang="fr-CA" dirty="0"/>
              <a:t>Date</a:t>
            </a:r>
          </a:p>
        </p:txBody>
      </p:sp>
      <p:sp>
        <p:nvSpPr>
          <p:cNvPr id="4" name="ZoneTexte 3">
            <a:extLst>
              <a:ext uri="{FF2B5EF4-FFF2-40B4-BE49-F238E27FC236}">
                <a16:creationId xmlns:a16="http://schemas.microsoft.com/office/drawing/2014/main" id="{66FC7830-61CA-0CCB-CAF1-F0D4D729AC88}"/>
              </a:ext>
            </a:extLst>
          </p:cNvPr>
          <p:cNvSpPr txBox="1"/>
          <p:nvPr userDrawn="1"/>
        </p:nvSpPr>
        <p:spPr>
          <a:xfrm>
            <a:off x="251520" y="195486"/>
            <a:ext cx="8568952" cy="400110"/>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fr-CA" sz="1000" dirty="0">
                <a:solidFill>
                  <a:schemeClr val="tx1"/>
                </a:solidFill>
              </a:rPr>
              <a:t>Santé Québec </a:t>
            </a:r>
            <a:r>
              <a:rPr lang="fr-CA" sz="1000" dirty="0" smtClean="0">
                <a:solidFill>
                  <a:schemeClr val="tx1"/>
                </a:solidFill>
              </a:rPr>
              <a:t>Laurentides</a:t>
            </a:r>
            <a:endParaRPr lang="fr-CA" sz="1000" dirty="0">
              <a:solidFill>
                <a:schemeClr val="tx1"/>
              </a:solidFill>
            </a:endParaRPr>
          </a:p>
          <a:p>
            <a:pPr algn="l"/>
            <a:endParaRPr lang="fr-CA" sz="1000" b="1" dirty="0">
              <a:solidFill>
                <a:schemeClr val="tx1">
                  <a:lumMod val="20000"/>
                  <a:lumOff val="80000"/>
                </a:schemeClr>
              </a:solidFill>
              <a:latin typeface="Segoe UI Light" panose="020B0502040204020203" pitchFamily="34" charset="0"/>
              <a:cs typeface="Segoe UI Light" panose="020B0502040204020203" pitchFamily="34" charset="0"/>
            </a:endParaRPr>
          </a:p>
        </p:txBody>
      </p:sp>
    </p:spTree>
    <p:extLst>
      <p:ext uri="{BB962C8B-B14F-4D97-AF65-F5344CB8AC3E}">
        <p14:creationId xmlns:p14="http://schemas.microsoft.com/office/powerpoint/2010/main" val="3742264619"/>
      </p:ext>
    </p:extLst>
  </p:cSld>
  <p:clrMapOvr>
    <a:masterClrMapping/>
  </p:clrMapOvr>
  <p:extLst mod="1">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_Foncé">
    <p:spTree>
      <p:nvGrpSpPr>
        <p:cNvPr id="1" name=""/>
        <p:cNvGrpSpPr/>
        <p:nvPr/>
      </p:nvGrpSpPr>
      <p:grpSpPr>
        <a:xfrm>
          <a:off x="0" y="0"/>
          <a:ext cx="0" cy="0"/>
          <a:chOff x="0" y="0"/>
          <a:chExt cx="0" cy="0"/>
        </a:xfrm>
      </p:grpSpPr>
      <p:pic>
        <p:nvPicPr>
          <p:cNvPr id="8" name="Image 7" descr="Une image contenant capture d’écran, ligne, bleu, Bleu électrique&#10;&#10;Le contenu généré par l’IA peut être incorrect.">
            <a:extLst>
              <a:ext uri="{FF2B5EF4-FFF2-40B4-BE49-F238E27FC236}">
                <a16:creationId xmlns:a16="http://schemas.microsoft.com/office/drawing/2014/main" id="{E65600EF-B934-30C0-52C9-63F4A08CAC2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12" name="Espace réservé du titre 1">
            <a:extLst>
              <a:ext uri="{FF2B5EF4-FFF2-40B4-BE49-F238E27FC236}">
                <a16:creationId xmlns:a16="http://schemas.microsoft.com/office/drawing/2014/main" id="{0C23CB09-4FB3-A3E9-73A3-70E918F58963}"/>
              </a:ext>
            </a:extLst>
          </p:cNvPr>
          <p:cNvSpPr>
            <a:spLocks noGrp="1"/>
          </p:cNvSpPr>
          <p:nvPr>
            <p:ph type="title"/>
          </p:nvPr>
        </p:nvSpPr>
        <p:spPr>
          <a:xfrm>
            <a:off x="827584" y="699542"/>
            <a:ext cx="7886700" cy="993775"/>
          </a:xfrm>
          <a:prstGeom prst="rect">
            <a:avLst/>
          </a:prstGeom>
        </p:spPr>
        <p:txBody>
          <a:bodyPr vert="horz" lIns="91440" tIns="45720" rIns="91440" bIns="45720" rtlCol="0" anchor="ctr">
            <a:normAutofit/>
          </a:bodyPr>
          <a:lstStyle>
            <a:lvl1pPr>
              <a:defRPr>
                <a:solidFill>
                  <a:schemeClr val="bg1"/>
                </a:solidFill>
              </a:defRPr>
            </a:lvl1pPr>
          </a:lstStyle>
          <a:p>
            <a:r>
              <a:rPr lang="fr-FR" dirty="0"/>
              <a:t>Modifiez le style du titre</a:t>
            </a:r>
            <a:endParaRPr lang="fr-CA" dirty="0"/>
          </a:p>
        </p:txBody>
      </p:sp>
      <p:sp>
        <p:nvSpPr>
          <p:cNvPr id="13" name="Espace réservé du texte 2">
            <a:extLst>
              <a:ext uri="{FF2B5EF4-FFF2-40B4-BE49-F238E27FC236}">
                <a16:creationId xmlns:a16="http://schemas.microsoft.com/office/drawing/2014/main" id="{49E891B8-F1C8-713B-DC0E-D63B4C444421}"/>
              </a:ext>
            </a:extLst>
          </p:cNvPr>
          <p:cNvSpPr>
            <a:spLocks noGrp="1"/>
          </p:cNvSpPr>
          <p:nvPr>
            <p:ph idx="1"/>
          </p:nvPr>
        </p:nvSpPr>
        <p:spPr>
          <a:xfrm>
            <a:off x="827584" y="1779661"/>
            <a:ext cx="7886700" cy="2845519"/>
          </a:xfrm>
          <a:prstGeom prst="rect">
            <a:avLst/>
          </a:prstGeom>
        </p:spPr>
        <p:txBody>
          <a:bodyPr vert="horz" lIns="91440" tIns="45720" rIns="91440" bIns="45720" rtlCol="0">
            <a:normAutofit/>
          </a:bodyPr>
          <a:lstStyle>
            <a:lvl1pPr>
              <a:defRPr>
                <a:solidFill>
                  <a:schemeClr val="bg1"/>
                </a:solidFill>
              </a:defRPr>
            </a:lvl1p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fr-CA" dirty="0"/>
          </a:p>
        </p:txBody>
      </p:sp>
      <p:sp>
        <p:nvSpPr>
          <p:cNvPr id="7" name="Espace réservé du texte 7">
            <a:extLst>
              <a:ext uri="{FF2B5EF4-FFF2-40B4-BE49-F238E27FC236}">
                <a16:creationId xmlns:a16="http://schemas.microsoft.com/office/drawing/2014/main" id="{4E57A44B-4856-2CF5-9C83-39B77CCE0A53}"/>
              </a:ext>
            </a:extLst>
          </p:cNvPr>
          <p:cNvSpPr>
            <a:spLocks noGrp="1"/>
          </p:cNvSpPr>
          <p:nvPr>
            <p:ph type="body" sz="quarter" idx="12" hasCustomPrompt="1"/>
          </p:nvPr>
        </p:nvSpPr>
        <p:spPr>
          <a:xfrm>
            <a:off x="683568" y="4769070"/>
            <a:ext cx="3600400" cy="164998"/>
          </a:xfrm>
          <a:prstGeom prst="rect">
            <a:avLst/>
          </a:prstGeom>
        </p:spPr>
        <p:txBody>
          <a:bodyPr/>
          <a:lstStyle>
            <a:lvl1pPr algn="l">
              <a:spcBef>
                <a:spcPts val="0"/>
              </a:spcBef>
              <a:buNone/>
              <a:defRPr sz="800">
                <a:solidFill>
                  <a:schemeClr val="bg1"/>
                </a:solidFill>
              </a:defRPr>
            </a:lvl1pPr>
          </a:lstStyle>
          <a:p>
            <a:pPr lvl="0"/>
            <a:r>
              <a:rPr lang="fr-CA" dirty="0"/>
              <a:t>Nom du document si désiré</a:t>
            </a:r>
          </a:p>
        </p:txBody>
      </p:sp>
      <p:sp>
        <p:nvSpPr>
          <p:cNvPr id="3" name="Espace réservé du numéro de diapositive 2">
            <a:extLst>
              <a:ext uri="{FF2B5EF4-FFF2-40B4-BE49-F238E27FC236}">
                <a16:creationId xmlns:a16="http://schemas.microsoft.com/office/drawing/2014/main" id="{81D064B1-F160-67E1-732F-93E46E1F6732}"/>
              </a:ext>
            </a:extLst>
          </p:cNvPr>
          <p:cNvSpPr>
            <a:spLocks noGrp="1"/>
          </p:cNvSpPr>
          <p:nvPr>
            <p:ph type="sldNum" sz="quarter" idx="4"/>
          </p:nvPr>
        </p:nvSpPr>
        <p:spPr>
          <a:xfrm>
            <a:off x="6656884" y="4767263"/>
            <a:ext cx="2057400" cy="274637"/>
          </a:xfrm>
          <a:prstGeom prst="rect">
            <a:avLst/>
          </a:prstGeom>
        </p:spPr>
        <p:txBody>
          <a:bodyPr vert="horz" lIns="91440" tIns="45720" rIns="91440" bIns="45720" rtlCol="0" anchor="ctr"/>
          <a:lstStyle>
            <a:lvl1pPr algn="r">
              <a:defRPr sz="1200">
                <a:solidFill>
                  <a:schemeClr val="tx1">
                    <a:tint val="82000"/>
                  </a:schemeClr>
                </a:solidFill>
              </a:defRPr>
            </a:lvl1pPr>
          </a:lstStyle>
          <a:p>
            <a:fld id="{55DDBC63-AA34-4C27-924A-AC3A8202F7BB}" type="slidenum">
              <a:rPr lang="fr-CA" smtClean="0"/>
              <a:t>‹N°›</a:t>
            </a:fld>
            <a:endParaRPr lang="fr-CA"/>
          </a:p>
        </p:txBody>
      </p:sp>
      <p:sp>
        <p:nvSpPr>
          <p:cNvPr id="2" name="ZoneTexte 1">
            <a:extLst>
              <a:ext uri="{FF2B5EF4-FFF2-40B4-BE49-F238E27FC236}">
                <a16:creationId xmlns:a16="http://schemas.microsoft.com/office/drawing/2014/main" id="{64391297-215B-FB08-B693-23404EDE62B6}"/>
              </a:ext>
            </a:extLst>
          </p:cNvPr>
          <p:cNvSpPr txBox="1"/>
          <p:nvPr userDrawn="1"/>
        </p:nvSpPr>
        <p:spPr>
          <a:xfrm>
            <a:off x="251520" y="195486"/>
            <a:ext cx="8640960"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1000" dirty="0" smtClean="0">
                <a:solidFill>
                  <a:schemeClr val="bg1"/>
                </a:solidFill>
              </a:rPr>
              <a:t>Santé Québec Laurentides</a:t>
            </a:r>
            <a:endParaRPr lang="fr-CA" sz="1000" b="1" dirty="0">
              <a:solidFill>
                <a:schemeClr val="tx1">
                  <a:lumMod val="20000"/>
                  <a:lumOff val="80000"/>
                </a:schemeClr>
              </a:solidFill>
              <a:latin typeface="Segoe UI Light" panose="020B0502040204020203" pitchFamily="34" charset="0"/>
              <a:cs typeface="Segoe UI Light" panose="020B0502040204020203" pitchFamily="34" charset="0"/>
            </a:endParaRPr>
          </a:p>
        </p:txBody>
      </p:sp>
    </p:spTree>
    <p:extLst>
      <p:ext uri="{BB962C8B-B14F-4D97-AF65-F5344CB8AC3E}">
        <p14:creationId xmlns:p14="http://schemas.microsoft.com/office/powerpoint/2010/main" val="6915568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ection_Pâle">
    <p:spTree>
      <p:nvGrpSpPr>
        <p:cNvPr id="1" name=""/>
        <p:cNvGrpSpPr/>
        <p:nvPr/>
      </p:nvGrpSpPr>
      <p:grpSpPr>
        <a:xfrm>
          <a:off x="0" y="0"/>
          <a:ext cx="0" cy="0"/>
          <a:chOff x="0" y="0"/>
          <a:chExt cx="0" cy="0"/>
        </a:xfrm>
      </p:grpSpPr>
      <p:pic>
        <p:nvPicPr>
          <p:cNvPr id="8" name="Image 7">
            <a:extLst>
              <a:ext uri="{FF2B5EF4-FFF2-40B4-BE49-F238E27FC236}">
                <a16:creationId xmlns:a16="http://schemas.microsoft.com/office/drawing/2014/main" id="{BA402FC3-C31D-202C-4079-69BC432B6B78}"/>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val="0"/>
              </a:ext>
            </a:extLst>
          </a:blip>
          <a:srcRect/>
          <a:stretch/>
        </p:blipFill>
        <p:spPr>
          <a:xfrm>
            <a:off x="0" y="0"/>
            <a:ext cx="9144000" cy="5143499"/>
          </a:xfrm>
          <a:prstGeom prst="rect">
            <a:avLst/>
          </a:prstGeom>
        </p:spPr>
      </p:pic>
      <p:sp>
        <p:nvSpPr>
          <p:cNvPr id="9" name="Espace réservé du titre 1">
            <a:extLst>
              <a:ext uri="{FF2B5EF4-FFF2-40B4-BE49-F238E27FC236}">
                <a16:creationId xmlns:a16="http://schemas.microsoft.com/office/drawing/2014/main" id="{4F7F7FCA-746C-2457-F94B-5F1D1EDF03FF}"/>
              </a:ext>
            </a:extLst>
          </p:cNvPr>
          <p:cNvSpPr>
            <a:spLocks noGrp="1"/>
          </p:cNvSpPr>
          <p:nvPr>
            <p:ph type="title"/>
          </p:nvPr>
        </p:nvSpPr>
        <p:spPr>
          <a:xfrm>
            <a:off x="827584" y="699542"/>
            <a:ext cx="7886700" cy="993775"/>
          </a:xfrm>
          <a:prstGeom prst="rect">
            <a:avLst/>
          </a:prstGeom>
        </p:spPr>
        <p:txBody>
          <a:bodyPr vert="horz" lIns="91440" tIns="45720" rIns="91440" bIns="45720" rtlCol="0" anchor="ctr">
            <a:normAutofit/>
          </a:bodyPr>
          <a:lstStyle/>
          <a:p>
            <a:r>
              <a:rPr lang="fr-FR" dirty="0"/>
              <a:t>Modifiez le style du titre</a:t>
            </a:r>
            <a:endParaRPr lang="fr-CA" dirty="0"/>
          </a:p>
        </p:txBody>
      </p:sp>
      <p:sp>
        <p:nvSpPr>
          <p:cNvPr id="3" name="Espace réservé du texte 7">
            <a:extLst>
              <a:ext uri="{FF2B5EF4-FFF2-40B4-BE49-F238E27FC236}">
                <a16:creationId xmlns:a16="http://schemas.microsoft.com/office/drawing/2014/main" id="{F51E455D-1D61-424B-B868-ACC8FD673F3E}"/>
              </a:ext>
            </a:extLst>
          </p:cNvPr>
          <p:cNvSpPr>
            <a:spLocks noGrp="1"/>
          </p:cNvSpPr>
          <p:nvPr>
            <p:ph type="body" sz="quarter" idx="12" hasCustomPrompt="1"/>
          </p:nvPr>
        </p:nvSpPr>
        <p:spPr>
          <a:xfrm>
            <a:off x="683568" y="4769070"/>
            <a:ext cx="3600400" cy="164998"/>
          </a:xfrm>
          <a:prstGeom prst="rect">
            <a:avLst/>
          </a:prstGeom>
        </p:spPr>
        <p:txBody>
          <a:bodyPr/>
          <a:lstStyle>
            <a:lvl1pPr algn="l">
              <a:spcBef>
                <a:spcPts val="0"/>
              </a:spcBef>
              <a:buNone/>
              <a:defRPr sz="800">
                <a:solidFill>
                  <a:schemeClr val="tx1"/>
                </a:solidFill>
              </a:defRPr>
            </a:lvl1pPr>
          </a:lstStyle>
          <a:p>
            <a:pPr lvl="0"/>
            <a:r>
              <a:rPr lang="fr-CA" dirty="0"/>
              <a:t>Nom du document si désiré</a:t>
            </a:r>
          </a:p>
        </p:txBody>
      </p:sp>
      <p:sp>
        <p:nvSpPr>
          <p:cNvPr id="5" name="Espace réservé du numéro de diapositive 2">
            <a:extLst>
              <a:ext uri="{FF2B5EF4-FFF2-40B4-BE49-F238E27FC236}">
                <a16:creationId xmlns:a16="http://schemas.microsoft.com/office/drawing/2014/main" id="{1F76C5EE-DF93-B127-1BF1-A86AFB5E6EFF}"/>
              </a:ext>
            </a:extLst>
          </p:cNvPr>
          <p:cNvSpPr txBox="1">
            <a:spLocks/>
          </p:cNvSpPr>
          <p:nvPr userDrawn="1"/>
        </p:nvSpPr>
        <p:spPr>
          <a:xfrm>
            <a:off x="6656884" y="4767263"/>
            <a:ext cx="2057400" cy="274637"/>
          </a:xfrm>
          <a:prstGeom prst="rect">
            <a:avLst/>
          </a:prstGeom>
        </p:spPr>
        <p:txBody>
          <a:bodyPr vert="horz" lIns="91440" tIns="45720" rIns="91440" bIns="45720" rtlCol="0" anchor="ctr"/>
          <a:lstStyle>
            <a:defPPr>
              <a:defRPr lang="fr-FR"/>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5DDBC63-AA34-4C27-924A-AC3A8202F7BB}" type="slidenum">
              <a:rPr lang="fr-CA" smtClean="0"/>
              <a:pPr/>
              <a:t>‹N°›</a:t>
            </a:fld>
            <a:endParaRPr lang="fr-CA"/>
          </a:p>
        </p:txBody>
      </p:sp>
      <p:sp>
        <p:nvSpPr>
          <p:cNvPr id="4" name="ZoneTexte 3">
            <a:extLst>
              <a:ext uri="{FF2B5EF4-FFF2-40B4-BE49-F238E27FC236}">
                <a16:creationId xmlns:a16="http://schemas.microsoft.com/office/drawing/2014/main" id="{63CB2AF5-D0DC-1F33-CAD7-43693CEF1A3D}"/>
              </a:ext>
            </a:extLst>
          </p:cNvPr>
          <p:cNvSpPr txBox="1"/>
          <p:nvPr userDrawn="1"/>
        </p:nvSpPr>
        <p:spPr>
          <a:xfrm>
            <a:off x="251520" y="195486"/>
            <a:ext cx="8640960"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1000" dirty="0">
                <a:solidFill>
                  <a:schemeClr val="tx1"/>
                </a:solidFill>
              </a:rPr>
              <a:t>Santé Québec </a:t>
            </a:r>
            <a:r>
              <a:rPr lang="fr-CA" sz="1000" dirty="0" smtClean="0">
                <a:solidFill>
                  <a:schemeClr val="tx1"/>
                </a:solidFill>
              </a:rPr>
              <a:t>Laurentides</a:t>
            </a:r>
            <a:endParaRPr lang="fr-CA" sz="1000" b="1" dirty="0">
              <a:solidFill>
                <a:schemeClr val="tx1">
                  <a:lumMod val="20000"/>
                  <a:lumOff val="80000"/>
                </a:schemeClr>
              </a:solidFill>
              <a:latin typeface="Segoe UI Light" panose="020B0502040204020203" pitchFamily="34" charset="0"/>
              <a:cs typeface="Segoe UI Light" panose="020B0502040204020203" pitchFamily="34" charset="0"/>
            </a:endParaRPr>
          </a:p>
        </p:txBody>
      </p:sp>
    </p:spTree>
    <p:extLst>
      <p:ext uri="{BB962C8B-B14F-4D97-AF65-F5344CB8AC3E}">
        <p14:creationId xmlns:p14="http://schemas.microsoft.com/office/powerpoint/2010/main" val="10374723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Éclat_Rayon-Foncé">
    <p:spTree>
      <p:nvGrpSpPr>
        <p:cNvPr id="1" name=""/>
        <p:cNvGrpSpPr/>
        <p:nvPr/>
      </p:nvGrpSpPr>
      <p:grpSpPr>
        <a:xfrm>
          <a:off x="0" y="0"/>
          <a:ext cx="0" cy="0"/>
          <a:chOff x="0" y="0"/>
          <a:chExt cx="0" cy="0"/>
        </a:xfrm>
      </p:grpSpPr>
      <p:pic>
        <p:nvPicPr>
          <p:cNvPr id="3" name="Image 2" descr="Une image contenant bleu, capture d’écran, Bleu Majorelle, Bleu électrique&#10;&#10;Le contenu généré par l’IA peut être incorrect.">
            <a:extLst>
              <a:ext uri="{FF2B5EF4-FFF2-40B4-BE49-F238E27FC236}">
                <a16:creationId xmlns:a16="http://schemas.microsoft.com/office/drawing/2014/main" id="{4FD6AD8D-810C-EECF-C8F9-5B4818FACE32}"/>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5" name="Sous-titre 2">
            <a:extLst>
              <a:ext uri="{FF2B5EF4-FFF2-40B4-BE49-F238E27FC236}">
                <a16:creationId xmlns:a16="http://schemas.microsoft.com/office/drawing/2014/main" id="{B036531A-45A6-DAFB-9807-990BDEB0F973}"/>
              </a:ext>
            </a:extLst>
          </p:cNvPr>
          <p:cNvSpPr>
            <a:spLocks noGrp="1"/>
          </p:cNvSpPr>
          <p:nvPr>
            <p:ph type="subTitle" idx="1"/>
          </p:nvPr>
        </p:nvSpPr>
        <p:spPr>
          <a:xfrm>
            <a:off x="2123728" y="1707654"/>
            <a:ext cx="6120680" cy="369332"/>
          </a:xfrm>
          <a:prstGeom prst="rect">
            <a:avLst/>
          </a:prstGeom>
        </p:spPr>
        <p:txBody>
          <a:bodyPr wrap="square">
            <a:spAutoFit/>
          </a:bodyPr>
          <a:lstStyle>
            <a:lvl1pPr marL="0" indent="0" algn="l">
              <a:buNone/>
              <a:defRPr sz="2000">
                <a:solidFill>
                  <a:schemeClr val="accent3"/>
                </a:solidFill>
                <a:latin typeface="Segoe UI Light" panose="020B0502040204020203" pitchFamily="34" charset="0"/>
                <a:cs typeface="Segoe UI Light" panose="020B0502040204020203"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dirty="0"/>
              <a:t>Modifiez le style des sous-titres du masque</a:t>
            </a:r>
            <a:endParaRPr lang="fr-CA" dirty="0"/>
          </a:p>
        </p:txBody>
      </p:sp>
      <p:sp>
        <p:nvSpPr>
          <p:cNvPr id="6" name="Titre 8">
            <a:extLst>
              <a:ext uri="{FF2B5EF4-FFF2-40B4-BE49-F238E27FC236}">
                <a16:creationId xmlns:a16="http://schemas.microsoft.com/office/drawing/2014/main" id="{B8BCF40C-9859-15B1-1EDB-0239D6CB01C0}"/>
              </a:ext>
            </a:extLst>
          </p:cNvPr>
          <p:cNvSpPr>
            <a:spLocks noGrp="1"/>
          </p:cNvSpPr>
          <p:nvPr>
            <p:ph type="title"/>
          </p:nvPr>
        </p:nvSpPr>
        <p:spPr>
          <a:xfrm>
            <a:off x="2123728" y="2336784"/>
            <a:ext cx="6120680" cy="538417"/>
          </a:xfrm>
          <a:prstGeom prst="rect">
            <a:avLst/>
          </a:prstGeom>
        </p:spPr>
        <p:txBody>
          <a:bodyPr wrap="square">
            <a:spAutoFit/>
          </a:bodyPr>
          <a:lstStyle>
            <a:lvl1pPr algn="l">
              <a:defRPr sz="3200" b="0">
                <a:solidFill>
                  <a:schemeClr val="bg1"/>
                </a:solidFill>
              </a:defRPr>
            </a:lvl1pPr>
          </a:lstStyle>
          <a:p>
            <a:r>
              <a:rPr lang="fr-FR" dirty="0"/>
              <a:t>Modifiez le style du titre</a:t>
            </a:r>
            <a:endParaRPr lang="fr-CA" dirty="0"/>
          </a:p>
        </p:txBody>
      </p:sp>
      <p:sp>
        <p:nvSpPr>
          <p:cNvPr id="2" name="Espace réservé du numéro de diapositive 2">
            <a:extLst>
              <a:ext uri="{FF2B5EF4-FFF2-40B4-BE49-F238E27FC236}">
                <a16:creationId xmlns:a16="http://schemas.microsoft.com/office/drawing/2014/main" id="{AA7769A4-A5BE-B603-5BF7-2DC327139BAC}"/>
              </a:ext>
            </a:extLst>
          </p:cNvPr>
          <p:cNvSpPr>
            <a:spLocks noGrp="1"/>
          </p:cNvSpPr>
          <p:nvPr>
            <p:ph type="sldNum" sz="quarter" idx="4"/>
          </p:nvPr>
        </p:nvSpPr>
        <p:spPr>
          <a:xfrm>
            <a:off x="6656884" y="4767263"/>
            <a:ext cx="2057400" cy="274637"/>
          </a:xfrm>
          <a:prstGeom prst="rect">
            <a:avLst/>
          </a:prstGeom>
        </p:spPr>
        <p:txBody>
          <a:bodyPr vert="horz" lIns="91440" tIns="45720" rIns="91440" bIns="45720" rtlCol="0" anchor="ctr"/>
          <a:lstStyle>
            <a:lvl1pPr algn="r">
              <a:defRPr sz="1200">
                <a:solidFill>
                  <a:schemeClr val="tx1">
                    <a:tint val="82000"/>
                  </a:schemeClr>
                </a:solidFill>
              </a:defRPr>
            </a:lvl1pPr>
          </a:lstStyle>
          <a:p>
            <a:fld id="{55DDBC63-AA34-4C27-924A-AC3A8202F7BB}" type="slidenum">
              <a:rPr lang="fr-CA" smtClean="0"/>
              <a:t>‹N°›</a:t>
            </a:fld>
            <a:endParaRPr lang="fr-CA"/>
          </a:p>
        </p:txBody>
      </p:sp>
    </p:spTree>
    <p:extLst>
      <p:ext uri="{BB962C8B-B14F-4D97-AF65-F5344CB8AC3E}">
        <p14:creationId xmlns:p14="http://schemas.microsoft.com/office/powerpoint/2010/main" val="28919379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Éclat_Rayon-Pâle">
    <p:spTree>
      <p:nvGrpSpPr>
        <p:cNvPr id="1" name=""/>
        <p:cNvGrpSpPr/>
        <p:nvPr/>
      </p:nvGrpSpPr>
      <p:grpSpPr>
        <a:xfrm>
          <a:off x="0" y="0"/>
          <a:ext cx="0" cy="0"/>
          <a:chOff x="0" y="0"/>
          <a:chExt cx="0" cy="0"/>
        </a:xfrm>
      </p:grpSpPr>
      <p:pic>
        <p:nvPicPr>
          <p:cNvPr id="4" name="Image 3">
            <a:extLst>
              <a:ext uri="{FF2B5EF4-FFF2-40B4-BE49-F238E27FC236}">
                <a16:creationId xmlns:a16="http://schemas.microsoft.com/office/drawing/2014/main" id="{D7C890D7-E156-0EF5-089B-368CD01121FB}"/>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val="0"/>
              </a:ext>
            </a:extLst>
          </a:blip>
          <a:srcRect/>
          <a:stretch/>
        </p:blipFill>
        <p:spPr>
          <a:xfrm>
            <a:off x="0" y="0"/>
            <a:ext cx="9144000" cy="5143499"/>
          </a:xfrm>
          <a:prstGeom prst="rect">
            <a:avLst/>
          </a:prstGeom>
        </p:spPr>
      </p:pic>
      <p:sp>
        <p:nvSpPr>
          <p:cNvPr id="5" name="Sous-titre 2">
            <a:extLst>
              <a:ext uri="{FF2B5EF4-FFF2-40B4-BE49-F238E27FC236}">
                <a16:creationId xmlns:a16="http://schemas.microsoft.com/office/drawing/2014/main" id="{B036531A-45A6-DAFB-9807-990BDEB0F973}"/>
              </a:ext>
            </a:extLst>
          </p:cNvPr>
          <p:cNvSpPr>
            <a:spLocks noGrp="1"/>
          </p:cNvSpPr>
          <p:nvPr>
            <p:ph type="subTitle" idx="1"/>
          </p:nvPr>
        </p:nvSpPr>
        <p:spPr>
          <a:xfrm>
            <a:off x="2123728" y="1707654"/>
            <a:ext cx="6120680" cy="369332"/>
          </a:xfrm>
          <a:prstGeom prst="rect">
            <a:avLst/>
          </a:prstGeom>
        </p:spPr>
        <p:txBody>
          <a:bodyPr wrap="square">
            <a:spAutoFit/>
          </a:bodyPr>
          <a:lstStyle>
            <a:lvl1pPr marL="0" indent="0" algn="l">
              <a:buNone/>
              <a:defRPr sz="2000">
                <a:solidFill>
                  <a:schemeClr val="accent2"/>
                </a:solidFill>
                <a:latin typeface="Segoe UI Light" panose="020B0502040204020203" pitchFamily="34" charset="0"/>
                <a:cs typeface="Segoe UI Light" panose="020B0502040204020203"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dirty="0"/>
              <a:t>Modifiez le style des sous-titres du masque</a:t>
            </a:r>
            <a:endParaRPr lang="fr-CA" dirty="0"/>
          </a:p>
        </p:txBody>
      </p:sp>
      <p:sp>
        <p:nvSpPr>
          <p:cNvPr id="6" name="Titre 8">
            <a:extLst>
              <a:ext uri="{FF2B5EF4-FFF2-40B4-BE49-F238E27FC236}">
                <a16:creationId xmlns:a16="http://schemas.microsoft.com/office/drawing/2014/main" id="{B8BCF40C-9859-15B1-1EDB-0239D6CB01C0}"/>
              </a:ext>
            </a:extLst>
          </p:cNvPr>
          <p:cNvSpPr>
            <a:spLocks noGrp="1"/>
          </p:cNvSpPr>
          <p:nvPr>
            <p:ph type="title"/>
          </p:nvPr>
        </p:nvSpPr>
        <p:spPr>
          <a:xfrm>
            <a:off x="2123728" y="2336784"/>
            <a:ext cx="6120680" cy="538417"/>
          </a:xfrm>
          <a:prstGeom prst="rect">
            <a:avLst/>
          </a:prstGeom>
        </p:spPr>
        <p:txBody>
          <a:bodyPr wrap="square">
            <a:spAutoFit/>
          </a:bodyPr>
          <a:lstStyle>
            <a:lvl1pPr algn="l">
              <a:defRPr sz="3200" b="0">
                <a:solidFill>
                  <a:schemeClr val="tx1"/>
                </a:solidFill>
              </a:defRPr>
            </a:lvl1pPr>
          </a:lstStyle>
          <a:p>
            <a:r>
              <a:rPr lang="fr-FR" dirty="0"/>
              <a:t>Modifiez le style du titre</a:t>
            </a:r>
            <a:endParaRPr lang="fr-CA" dirty="0"/>
          </a:p>
        </p:txBody>
      </p:sp>
      <p:sp>
        <p:nvSpPr>
          <p:cNvPr id="2" name="Espace réservé du numéro de diapositive 2">
            <a:extLst>
              <a:ext uri="{FF2B5EF4-FFF2-40B4-BE49-F238E27FC236}">
                <a16:creationId xmlns:a16="http://schemas.microsoft.com/office/drawing/2014/main" id="{DE6814EC-8638-37FA-0014-523CCCDEFA85}"/>
              </a:ext>
            </a:extLst>
          </p:cNvPr>
          <p:cNvSpPr>
            <a:spLocks noGrp="1"/>
          </p:cNvSpPr>
          <p:nvPr>
            <p:ph type="sldNum" sz="quarter" idx="4"/>
          </p:nvPr>
        </p:nvSpPr>
        <p:spPr>
          <a:xfrm>
            <a:off x="6656884" y="4767263"/>
            <a:ext cx="2057400" cy="274637"/>
          </a:xfrm>
          <a:prstGeom prst="rect">
            <a:avLst/>
          </a:prstGeom>
        </p:spPr>
        <p:txBody>
          <a:bodyPr vert="horz" lIns="91440" tIns="45720" rIns="91440" bIns="45720" rtlCol="0" anchor="ctr"/>
          <a:lstStyle>
            <a:lvl1pPr algn="r">
              <a:defRPr sz="1200">
                <a:solidFill>
                  <a:schemeClr val="tx1">
                    <a:tint val="82000"/>
                  </a:schemeClr>
                </a:solidFill>
              </a:defRPr>
            </a:lvl1pPr>
          </a:lstStyle>
          <a:p>
            <a:fld id="{55DDBC63-AA34-4C27-924A-AC3A8202F7BB}" type="slidenum">
              <a:rPr lang="fr-CA" smtClean="0"/>
              <a:t>‹N°›</a:t>
            </a:fld>
            <a:endParaRPr lang="fr-CA"/>
          </a:p>
        </p:txBody>
      </p:sp>
    </p:spTree>
    <p:extLst>
      <p:ext uri="{BB962C8B-B14F-4D97-AF65-F5344CB8AC3E}">
        <p14:creationId xmlns:p14="http://schemas.microsoft.com/office/powerpoint/2010/main" val="10521885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Éclat_Lignes_Foncé">
    <p:spTree>
      <p:nvGrpSpPr>
        <p:cNvPr id="1" name=""/>
        <p:cNvGrpSpPr/>
        <p:nvPr/>
      </p:nvGrpSpPr>
      <p:grpSpPr>
        <a:xfrm>
          <a:off x="0" y="0"/>
          <a:ext cx="0" cy="0"/>
          <a:chOff x="0" y="0"/>
          <a:chExt cx="0" cy="0"/>
        </a:xfrm>
      </p:grpSpPr>
      <p:pic>
        <p:nvPicPr>
          <p:cNvPr id="4" name="Image 3" descr="Une image contenant bleu, Bleu électrique, Bleu Majorelle, capture d’écran&#10;&#10;Le contenu généré par l’IA peut être incorrect.">
            <a:extLst>
              <a:ext uri="{FF2B5EF4-FFF2-40B4-BE49-F238E27FC236}">
                <a16:creationId xmlns:a16="http://schemas.microsoft.com/office/drawing/2014/main" id="{04FCE39B-D9FC-CF86-053F-FCED96A1CA3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5" name="Sous-titre 2">
            <a:extLst>
              <a:ext uri="{FF2B5EF4-FFF2-40B4-BE49-F238E27FC236}">
                <a16:creationId xmlns:a16="http://schemas.microsoft.com/office/drawing/2014/main" id="{B036531A-45A6-DAFB-9807-990BDEB0F973}"/>
              </a:ext>
            </a:extLst>
          </p:cNvPr>
          <p:cNvSpPr>
            <a:spLocks noGrp="1"/>
          </p:cNvSpPr>
          <p:nvPr>
            <p:ph type="subTitle" idx="1"/>
          </p:nvPr>
        </p:nvSpPr>
        <p:spPr>
          <a:xfrm>
            <a:off x="2123728" y="1707654"/>
            <a:ext cx="6120680" cy="369332"/>
          </a:xfrm>
          <a:prstGeom prst="rect">
            <a:avLst/>
          </a:prstGeom>
        </p:spPr>
        <p:txBody>
          <a:bodyPr wrap="square">
            <a:spAutoFit/>
          </a:bodyPr>
          <a:lstStyle>
            <a:lvl1pPr marL="0" indent="0" algn="l">
              <a:buNone/>
              <a:defRPr sz="2000">
                <a:solidFill>
                  <a:schemeClr val="accent3"/>
                </a:solidFill>
                <a:latin typeface="Segoe UI Light" panose="020B0502040204020203" pitchFamily="34" charset="0"/>
                <a:cs typeface="Segoe UI Light" panose="020B0502040204020203"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dirty="0"/>
              <a:t>Modifiez le style des sous-titres du masque</a:t>
            </a:r>
            <a:endParaRPr lang="fr-CA" dirty="0"/>
          </a:p>
        </p:txBody>
      </p:sp>
      <p:sp>
        <p:nvSpPr>
          <p:cNvPr id="6" name="Titre 8">
            <a:extLst>
              <a:ext uri="{FF2B5EF4-FFF2-40B4-BE49-F238E27FC236}">
                <a16:creationId xmlns:a16="http://schemas.microsoft.com/office/drawing/2014/main" id="{B8BCF40C-9859-15B1-1EDB-0239D6CB01C0}"/>
              </a:ext>
            </a:extLst>
          </p:cNvPr>
          <p:cNvSpPr>
            <a:spLocks noGrp="1"/>
          </p:cNvSpPr>
          <p:nvPr>
            <p:ph type="title"/>
          </p:nvPr>
        </p:nvSpPr>
        <p:spPr>
          <a:xfrm>
            <a:off x="2123728" y="2336784"/>
            <a:ext cx="6120680" cy="538417"/>
          </a:xfrm>
          <a:prstGeom prst="rect">
            <a:avLst/>
          </a:prstGeom>
        </p:spPr>
        <p:txBody>
          <a:bodyPr wrap="square">
            <a:spAutoFit/>
          </a:bodyPr>
          <a:lstStyle>
            <a:lvl1pPr algn="l">
              <a:defRPr sz="3200" b="0">
                <a:solidFill>
                  <a:schemeClr val="bg1"/>
                </a:solidFill>
              </a:defRPr>
            </a:lvl1pPr>
          </a:lstStyle>
          <a:p>
            <a:r>
              <a:rPr lang="fr-FR" dirty="0"/>
              <a:t>Modifiez le style du titre</a:t>
            </a:r>
            <a:endParaRPr lang="fr-CA" dirty="0"/>
          </a:p>
        </p:txBody>
      </p:sp>
      <p:sp>
        <p:nvSpPr>
          <p:cNvPr id="2" name="Espace réservé du numéro de diapositive 2">
            <a:extLst>
              <a:ext uri="{FF2B5EF4-FFF2-40B4-BE49-F238E27FC236}">
                <a16:creationId xmlns:a16="http://schemas.microsoft.com/office/drawing/2014/main" id="{81DAA5C4-30CD-FDB4-2F89-A4ACAAB1494C}"/>
              </a:ext>
            </a:extLst>
          </p:cNvPr>
          <p:cNvSpPr>
            <a:spLocks noGrp="1"/>
          </p:cNvSpPr>
          <p:nvPr>
            <p:ph type="sldNum" sz="quarter" idx="4"/>
          </p:nvPr>
        </p:nvSpPr>
        <p:spPr>
          <a:xfrm>
            <a:off x="6656884" y="4767263"/>
            <a:ext cx="2057400" cy="274637"/>
          </a:xfrm>
          <a:prstGeom prst="rect">
            <a:avLst/>
          </a:prstGeom>
        </p:spPr>
        <p:txBody>
          <a:bodyPr vert="horz" lIns="91440" tIns="45720" rIns="91440" bIns="45720" rtlCol="0" anchor="ctr"/>
          <a:lstStyle>
            <a:lvl1pPr algn="r">
              <a:defRPr sz="1200">
                <a:solidFill>
                  <a:schemeClr val="tx1">
                    <a:tint val="82000"/>
                  </a:schemeClr>
                </a:solidFill>
              </a:defRPr>
            </a:lvl1pPr>
          </a:lstStyle>
          <a:p>
            <a:fld id="{55DDBC63-AA34-4C27-924A-AC3A8202F7BB}" type="slidenum">
              <a:rPr lang="fr-CA" smtClean="0"/>
              <a:t>‹N°›</a:t>
            </a:fld>
            <a:endParaRPr lang="fr-CA"/>
          </a:p>
        </p:txBody>
      </p:sp>
    </p:spTree>
    <p:extLst>
      <p:ext uri="{BB962C8B-B14F-4D97-AF65-F5344CB8AC3E}">
        <p14:creationId xmlns:p14="http://schemas.microsoft.com/office/powerpoint/2010/main" val="37919631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Éclat_Lignes_Blanc">
    <p:spTree>
      <p:nvGrpSpPr>
        <p:cNvPr id="1" name=""/>
        <p:cNvGrpSpPr/>
        <p:nvPr/>
      </p:nvGrpSpPr>
      <p:grpSpPr>
        <a:xfrm>
          <a:off x="0" y="0"/>
          <a:ext cx="0" cy="0"/>
          <a:chOff x="0" y="0"/>
          <a:chExt cx="0" cy="0"/>
        </a:xfrm>
      </p:grpSpPr>
      <p:pic>
        <p:nvPicPr>
          <p:cNvPr id="3" name="Image 2" descr="Une image contenant violet, violette, capture d’écran, bleu&#10;&#10;Le contenu généré par l’IA peut être incorrect.">
            <a:extLst>
              <a:ext uri="{FF2B5EF4-FFF2-40B4-BE49-F238E27FC236}">
                <a16:creationId xmlns:a16="http://schemas.microsoft.com/office/drawing/2014/main" id="{15C43FF3-D083-D320-8241-4B264343E38B}"/>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5" name="Sous-titre 2">
            <a:extLst>
              <a:ext uri="{FF2B5EF4-FFF2-40B4-BE49-F238E27FC236}">
                <a16:creationId xmlns:a16="http://schemas.microsoft.com/office/drawing/2014/main" id="{B036531A-45A6-DAFB-9807-990BDEB0F973}"/>
              </a:ext>
            </a:extLst>
          </p:cNvPr>
          <p:cNvSpPr>
            <a:spLocks noGrp="1"/>
          </p:cNvSpPr>
          <p:nvPr>
            <p:ph type="subTitle" idx="1"/>
          </p:nvPr>
        </p:nvSpPr>
        <p:spPr>
          <a:xfrm>
            <a:off x="2123728" y="1707654"/>
            <a:ext cx="6120680" cy="369332"/>
          </a:xfrm>
          <a:prstGeom prst="rect">
            <a:avLst/>
          </a:prstGeom>
        </p:spPr>
        <p:txBody>
          <a:bodyPr wrap="square">
            <a:spAutoFit/>
          </a:bodyPr>
          <a:lstStyle>
            <a:lvl1pPr marL="0" indent="0" algn="l">
              <a:buNone/>
              <a:defRPr sz="2000">
                <a:solidFill>
                  <a:schemeClr val="accent2"/>
                </a:solidFill>
                <a:latin typeface="Segoe UI Light" panose="020B0502040204020203" pitchFamily="34" charset="0"/>
                <a:cs typeface="Segoe UI Light" panose="020B0502040204020203"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dirty="0"/>
              <a:t>Modifiez le style des sous-titres du masque</a:t>
            </a:r>
            <a:endParaRPr lang="fr-CA" dirty="0"/>
          </a:p>
        </p:txBody>
      </p:sp>
      <p:sp>
        <p:nvSpPr>
          <p:cNvPr id="6" name="Titre 8">
            <a:extLst>
              <a:ext uri="{FF2B5EF4-FFF2-40B4-BE49-F238E27FC236}">
                <a16:creationId xmlns:a16="http://schemas.microsoft.com/office/drawing/2014/main" id="{B8BCF40C-9859-15B1-1EDB-0239D6CB01C0}"/>
              </a:ext>
            </a:extLst>
          </p:cNvPr>
          <p:cNvSpPr>
            <a:spLocks noGrp="1"/>
          </p:cNvSpPr>
          <p:nvPr>
            <p:ph type="title"/>
          </p:nvPr>
        </p:nvSpPr>
        <p:spPr>
          <a:xfrm>
            <a:off x="2123728" y="2336784"/>
            <a:ext cx="6120680" cy="538417"/>
          </a:xfrm>
          <a:prstGeom prst="rect">
            <a:avLst/>
          </a:prstGeom>
        </p:spPr>
        <p:txBody>
          <a:bodyPr wrap="square">
            <a:spAutoFit/>
          </a:bodyPr>
          <a:lstStyle>
            <a:lvl1pPr algn="l">
              <a:defRPr sz="3200" b="0">
                <a:solidFill>
                  <a:schemeClr val="tx1"/>
                </a:solidFill>
              </a:defRPr>
            </a:lvl1pPr>
          </a:lstStyle>
          <a:p>
            <a:r>
              <a:rPr lang="fr-FR" dirty="0"/>
              <a:t>Modifiez le style du titre</a:t>
            </a:r>
            <a:endParaRPr lang="fr-CA" dirty="0"/>
          </a:p>
        </p:txBody>
      </p:sp>
      <p:sp>
        <p:nvSpPr>
          <p:cNvPr id="2" name="Espace réservé du numéro de diapositive 2">
            <a:extLst>
              <a:ext uri="{FF2B5EF4-FFF2-40B4-BE49-F238E27FC236}">
                <a16:creationId xmlns:a16="http://schemas.microsoft.com/office/drawing/2014/main" id="{703D483A-CF2D-F0FE-7A09-9658E0AA8E4B}"/>
              </a:ext>
            </a:extLst>
          </p:cNvPr>
          <p:cNvSpPr>
            <a:spLocks noGrp="1"/>
          </p:cNvSpPr>
          <p:nvPr>
            <p:ph type="sldNum" sz="quarter" idx="4"/>
          </p:nvPr>
        </p:nvSpPr>
        <p:spPr>
          <a:xfrm>
            <a:off x="6656884" y="4767263"/>
            <a:ext cx="2057400" cy="274637"/>
          </a:xfrm>
          <a:prstGeom prst="rect">
            <a:avLst/>
          </a:prstGeom>
        </p:spPr>
        <p:txBody>
          <a:bodyPr vert="horz" lIns="91440" tIns="45720" rIns="91440" bIns="45720" rtlCol="0" anchor="ctr"/>
          <a:lstStyle>
            <a:lvl1pPr algn="r">
              <a:defRPr sz="1200">
                <a:solidFill>
                  <a:schemeClr val="tx1">
                    <a:tint val="82000"/>
                  </a:schemeClr>
                </a:solidFill>
              </a:defRPr>
            </a:lvl1pPr>
          </a:lstStyle>
          <a:p>
            <a:fld id="{55DDBC63-AA34-4C27-924A-AC3A8202F7BB}" type="slidenum">
              <a:rPr lang="fr-CA" smtClean="0"/>
              <a:t>‹N°›</a:t>
            </a:fld>
            <a:endParaRPr lang="fr-CA"/>
          </a:p>
        </p:txBody>
      </p:sp>
    </p:spTree>
    <p:extLst>
      <p:ext uri="{BB962C8B-B14F-4D97-AF65-F5344CB8AC3E}">
        <p14:creationId xmlns:p14="http://schemas.microsoft.com/office/powerpoint/2010/main" val="284968251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Éclat_Lignes_Diagonale_Foncé">
    <p:spTree>
      <p:nvGrpSpPr>
        <p:cNvPr id="1" name=""/>
        <p:cNvGrpSpPr/>
        <p:nvPr/>
      </p:nvGrpSpPr>
      <p:grpSpPr>
        <a:xfrm>
          <a:off x="0" y="0"/>
          <a:ext cx="0" cy="0"/>
          <a:chOff x="0" y="0"/>
          <a:chExt cx="0" cy="0"/>
        </a:xfrm>
      </p:grpSpPr>
      <p:pic>
        <p:nvPicPr>
          <p:cNvPr id="3" name="Image 2" descr="Une image contenant capture d’écran, Bleu électrique, bleu, conception&#10;&#10;Le contenu généré par l’IA peut être incorrect.">
            <a:extLst>
              <a:ext uri="{FF2B5EF4-FFF2-40B4-BE49-F238E27FC236}">
                <a16:creationId xmlns:a16="http://schemas.microsoft.com/office/drawing/2014/main" id="{63F23EFD-BB36-665B-B313-FAE592F89B5D}"/>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5" name="Sous-titre 2">
            <a:extLst>
              <a:ext uri="{FF2B5EF4-FFF2-40B4-BE49-F238E27FC236}">
                <a16:creationId xmlns:a16="http://schemas.microsoft.com/office/drawing/2014/main" id="{B036531A-45A6-DAFB-9807-990BDEB0F973}"/>
              </a:ext>
            </a:extLst>
          </p:cNvPr>
          <p:cNvSpPr>
            <a:spLocks noGrp="1"/>
          </p:cNvSpPr>
          <p:nvPr>
            <p:ph type="subTitle" idx="1"/>
          </p:nvPr>
        </p:nvSpPr>
        <p:spPr>
          <a:xfrm>
            <a:off x="1043608" y="2158644"/>
            <a:ext cx="6120680" cy="369332"/>
          </a:xfrm>
          <a:prstGeom prst="rect">
            <a:avLst/>
          </a:prstGeom>
        </p:spPr>
        <p:txBody>
          <a:bodyPr wrap="square">
            <a:spAutoFit/>
          </a:bodyPr>
          <a:lstStyle>
            <a:lvl1pPr marL="0" indent="0" algn="l">
              <a:buNone/>
              <a:defRPr sz="2000">
                <a:solidFill>
                  <a:schemeClr val="accent3"/>
                </a:solidFill>
                <a:latin typeface="Segoe UI Light" panose="020B0502040204020203" pitchFamily="34" charset="0"/>
                <a:cs typeface="Segoe UI Light" panose="020B0502040204020203"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dirty="0"/>
              <a:t>Modifiez le style des sous-titres du masque</a:t>
            </a:r>
            <a:endParaRPr lang="fr-CA" dirty="0"/>
          </a:p>
        </p:txBody>
      </p:sp>
      <p:sp>
        <p:nvSpPr>
          <p:cNvPr id="6" name="Titre 8">
            <a:extLst>
              <a:ext uri="{FF2B5EF4-FFF2-40B4-BE49-F238E27FC236}">
                <a16:creationId xmlns:a16="http://schemas.microsoft.com/office/drawing/2014/main" id="{B8BCF40C-9859-15B1-1EDB-0239D6CB01C0}"/>
              </a:ext>
            </a:extLst>
          </p:cNvPr>
          <p:cNvSpPr>
            <a:spLocks noGrp="1"/>
          </p:cNvSpPr>
          <p:nvPr>
            <p:ph type="title"/>
          </p:nvPr>
        </p:nvSpPr>
        <p:spPr>
          <a:xfrm>
            <a:off x="1043608" y="2787774"/>
            <a:ext cx="6120680" cy="538417"/>
          </a:xfrm>
          <a:prstGeom prst="rect">
            <a:avLst/>
          </a:prstGeom>
        </p:spPr>
        <p:txBody>
          <a:bodyPr wrap="square">
            <a:spAutoFit/>
          </a:bodyPr>
          <a:lstStyle>
            <a:lvl1pPr algn="l">
              <a:defRPr sz="3200" b="0">
                <a:solidFill>
                  <a:schemeClr val="bg1"/>
                </a:solidFill>
              </a:defRPr>
            </a:lvl1pPr>
          </a:lstStyle>
          <a:p>
            <a:r>
              <a:rPr lang="fr-FR" dirty="0"/>
              <a:t>Modifiez le style du titre</a:t>
            </a:r>
            <a:endParaRPr lang="fr-CA" dirty="0"/>
          </a:p>
        </p:txBody>
      </p:sp>
      <p:sp>
        <p:nvSpPr>
          <p:cNvPr id="2" name="Espace réservé du numéro de diapositive 2">
            <a:extLst>
              <a:ext uri="{FF2B5EF4-FFF2-40B4-BE49-F238E27FC236}">
                <a16:creationId xmlns:a16="http://schemas.microsoft.com/office/drawing/2014/main" id="{FDDFC12B-100E-498F-8B7D-5136C0783D2C}"/>
              </a:ext>
            </a:extLst>
          </p:cNvPr>
          <p:cNvSpPr>
            <a:spLocks noGrp="1"/>
          </p:cNvSpPr>
          <p:nvPr>
            <p:ph type="sldNum" sz="quarter" idx="4"/>
          </p:nvPr>
        </p:nvSpPr>
        <p:spPr>
          <a:xfrm>
            <a:off x="6656884" y="4767263"/>
            <a:ext cx="2057400" cy="274637"/>
          </a:xfrm>
          <a:prstGeom prst="rect">
            <a:avLst/>
          </a:prstGeom>
        </p:spPr>
        <p:txBody>
          <a:bodyPr vert="horz" lIns="91440" tIns="45720" rIns="91440" bIns="45720" rtlCol="0" anchor="ctr"/>
          <a:lstStyle>
            <a:lvl1pPr algn="r">
              <a:defRPr sz="1200">
                <a:solidFill>
                  <a:schemeClr val="tx1">
                    <a:tint val="82000"/>
                  </a:schemeClr>
                </a:solidFill>
              </a:defRPr>
            </a:lvl1pPr>
          </a:lstStyle>
          <a:p>
            <a:fld id="{55DDBC63-AA34-4C27-924A-AC3A8202F7BB}" type="slidenum">
              <a:rPr lang="fr-CA" smtClean="0"/>
              <a:t>‹N°›</a:t>
            </a:fld>
            <a:endParaRPr lang="fr-CA"/>
          </a:p>
        </p:txBody>
      </p:sp>
    </p:spTree>
    <p:extLst>
      <p:ext uri="{BB962C8B-B14F-4D97-AF65-F5344CB8AC3E}">
        <p14:creationId xmlns:p14="http://schemas.microsoft.com/office/powerpoint/2010/main" val="346020466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Éclat_Lignes_Diagonale_Pâle">
    <p:spTree>
      <p:nvGrpSpPr>
        <p:cNvPr id="1" name=""/>
        <p:cNvGrpSpPr/>
        <p:nvPr/>
      </p:nvGrpSpPr>
      <p:grpSpPr>
        <a:xfrm>
          <a:off x="0" y="0"/>
          <a:ext cx="0" cy="0"/>
          <a:chOff x="0" y="0"/>
          <a:chExt cx="0" cy="0"/>
        </a:xfrm>
      </p:grpSpPr>
      <p:pic>
        <p:nvPicPr>
          <p:cNvPr id="4" name="Image 3">
            <a:extLst>
              <a:ext uri="{FF2B5EF4-FFF2-40B4-BE49-F238E27FC236}">
                <a16:creationId xmlns:a16="http://schemas.microsoft.com/office/drawing/2014/main" id="{0B51182B-28DB-3AAF-B38C-C247A6A403DC}"/>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val="0"/>
              </a:ext>
            </a:extLst>
          </a:blip>
          <a:srcRect/>
          <a:stretch/>
        </p:blipFill>
        <p:spPr>
          <a:xfrm>
            <a:off x="0" y="0"/>
            <a:ext cx="9144000" cy="5143499"/>
          </a:xfrm>
          <a:prstGeom prst="rect">
            <a:avLst/>
          </a:prstGeom>
        </p:spPr>
      </p:pic>
      <p:sp>
        <p:nvSpPr>
          <p:cNvPr id="5" name="Sous-titre 2">
            <a:extLst>
              <a:ext uri="{FF2B5EF4-FFF2-40B4-BE49-F238E27FC236}">
                <a16:creationId xmlns:a16="http://schemas.microsoft.com/office/drawing/2014/main" id="{B036531A-45A6-DAFB-9807-990BDEB0F973}"/>
              </a:ext>
            </a:extLst>
          </p:cNvPr>
          <p:cNvSpPr>
            <a:spLocks noGrp="1"/>
          </p:cNvSpPr>
          <p:nvPr>
            <p:ph type="subTitle" idx="1"/>
          </p:nvPr>
        </p:nvSpPr>
        <p:spPr>
          <a:xfrm>
            <a:off x="1043608" y="2158644"/>
            <a:ext cx="6120680" cy="369332"/>
          </a:xfrm>
          <a:prstGeom prst="rect">
            <a:avLst/>
          </a:prstGeom>
        </p:spPr>
        <p:txBody>
          <a:bodyPr wrap="square">
            <a:spAutoFit/>
          </a:bodyPr>
          <a:lstStyle>
            <a:lvl1pPr marL="0" indent="0" algn="l">
              <a:buNone/>
              <a:defRPr sz="2000">
                <a:solidFill>
                  <a:schemeClr val="accent2"/>
                </a:solidFill>
                <a:latin typeface="Segoe UI Light" panose="020B0502040204020203" pitchFamily="34" charset="0"/>
                <a:cs typeface="Segoe UI Light" panose="020B0502040204020203"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dirty="0"/>
              <a:t>Modifiez le style des sous-titres du masque</a:t>
            </a:r>
            <a:endParaRPr lang="fr-CA" dirty="0"/>
          </a:p>
        </p:txBody>
      </p:sp>
      <p:sp>
        <p:nvSpPr>
          <p:cNvPr id="6" name="Titre 8">
            <a:extLst>
              <a:ext uri="{FF2B5EF4-FFF2-40B4-BE49-F238E27FC236}">
                <a16:creationId xmlns:a16="http://schemas.microsoft.com/office/drawing/2014/main" id="{B8BCF40C-9859-15B1-1EDB-0239D6CB01C0}"/>
              </a:ext>
            </a:extLst>
          </p:cNvPr>
          <p:cNvSpPr>
            <a:spLocks noGrp="1"/>
          </p:cNvSpPr>
          <p:nvPr>
            <p:ph type="title"/>
          </p:nvPr>
        </p:nvSpPr>
        <p:spPr>
          <a:xfrm>
            <a:off x="1043608" y="2787774"/>
            <a:ext cx="6120680" cy="538417"/>
          </a:xfrm>
          <a:prstGeom prst="rect">
            <a:avLst/>
          </a:prstGeom>
        </p:spPr>
        <p:txBody>
          <a:bodyPr wrap="square">
            <a:spAutoFit/>
          </a:bodyPr>
          <a:lstStyle>
            <a:lvl1pPr algn="l">
              <a:defRPr sz="3200" b="0">
                <a:solidFill>
                  <a:schemeClr val="tx1"/>
                </a:solidFill>
              </a:defRPr>
            </a:lvl1pPr>
          </a:lstStyle>
          <a:p>
            <a:r>
              <a:rPr lang="fr-FR" dirty="0"/>
              <a:t>Modifiez le style du titre</a:t>
            </a:r>
            <a:endParaRPr lang="fr-CA" dirty="0"/>
          </a:p>
        </p:txBody>
      </p:sp>
      <p:sp>
        <p:nvSpPr>
          <p:cNvPr id="2" name="Espace réservé du numéro de diapositive 2">
            <a:extLst>
              <a:ext uri="{FF2B5EF4-FFF2-40B4-BE49-F238E27FC236}">
                <a16:creationId xmlns:a16="http://schemas.microsoft.com/office/drawing/2014/main" id="{FA182EB7-95F1-84BD-0045-BEC8165D3A3D}"/>
              </a:ext>
            </a:extLst>
          </p:cNvPr>
          <p:cNvSpPr>
            <a:spLocks noGrp="1"/>
          </p:cNvSpPr>
          <p:nvPr>
            <p:ph type="sldNum" sz="quarter" idx="4"/>
          </p:nvPr>
        </p:nvSpPr>
        <p:spPr>
          <a:xfrm>
            <a:off x="6656884" y="4767263"/>
            <a:ext cx="2057400" cy="274637"/>
          </a:xfrm>
          <a:prstGeom prst="rect">
            <a:avLst/>
          </a:prstGeom>
        </p:spPr>
        <p:txBody>
          <a:bodyPr vert="horz" lIns="91440" tIns="45720" rIns="91440" bIns="45720" rtlCol="0" anchor="ctr"/>
          <a:lstStyle>
            <a:lvl1pPr algn="r">
              <a:defRPr sz="1200">
                <a:solidFill>
                  <a:schemeClr val="tx1">
                    <a:tint val="82000"/>
                  </a:schemeClr>
                </a:solidFill>
              </a:defRPr>
            </a:lvl1pPr>
          </a:lstStyle>
          <a:p>
            <a:fld id="{55DDBC63-AA34-4C27-924A-AC3A8202F7BB}" type="slidenum">
              <a:rPr lang="fr-CA" smtClean="0"/>
              <a:t>‹N°›</a:t>
            </a:fld>
            <a:endParaRPr lang="fr-CA" dirty="0"/>
          </a:p>
        </p:txBody>
      </p:sp>
    </p:spTree>
    <p:extLst>
      <p:ext uri="{BB962C8B-B14F-4D97-AF65-F5344CB8AC3E}">
        <p14:creationId xmlns:p14="http://schemas.microsoft.com/office/powerpoint/2010/main" val="115008257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dM_Foncé">
    <p:bg>
      <p:bgPr>
        <a:solidFill>
          <a:schemeClr val="tx1"/>
        </a:solidFill>
        <a:effectLst/>
      </p:bgPr>
    </p:bg>
    <p:spTree>
      <p:nvGrpSpPr>
        <p:cNvPr id="1" name=""/>
        <p:cNvGrpSpPr/>
        <p:nvPr/>
      </p:nvGrpSpPr>
      <p:grpSpPr>
        <a:xfrm>
          <a:off x="0" y="0"/>
          <a:ext cx="0" cy="0"/>
          <a:chOff x="0" y="0"/>
          <a:chExt cx="0" cy="0"/>
        </a:xfrm>
      </p:grpSpPr>
      <p:sp>
        <p:nvSpPr>
          <p:cNvPr id="12" name="Espace réservé du titre 1">
            <a:extLst>
              <a:ext uri="{FF2B5EF4-FFF2-40B4-BE49-F238E27FC236}">
                <a16:creationId xmlns:a16="http://schemas.microsoft.com/office/drawing/2014/main" id="{0C23CB09-4FB3-A3E9-73A3-70E918F58963}"/>
              </a:ext>
            </a:extLst>
          </p:cNvPr>
          <p:cNvSpPr>
            <a:spLocks noGrp="1"/>
          </p:cNvSpPr>
          <p:nvPr>
            <p:ph type="title" hasCustomPrompt="1"/>
          </p:nvPr>
        </p:nvSpPr>
        <p:spPr>
          <a:xfrm>
            <a:off x="395536" y="741637"/>
            <a:ext cx="8318748" cy="993775"/>
          </a:xfrm>
          <a:prstGeom prst="rect">
            <a:avLst/>
          </a:prstGeom>
        </p:spPr>
        <p:txBody>
          <a:bodyPr vert="horz" lIns="91440" tIns="45720" rIns="91440" bIns="45720" rtlCol="0" anchor="ctr">
            <a:normAutofit/>
          </a:bodyPr>
          <a:lstStyle>
            <a:lvl1pPr>
              <a:defRPr>
                <a:solidFill>
                  <a:schemeClr val="bg1"/>
                </a:solidFill>
              </a:defRPr>
            </a:lvl1pPr>
          </a:lstStyle>
          <a:p>
            <a:r>
              <a:rPr lang="fr-FR" dirty="0"/>
              <a:t>Table des matières</a:t>
            </a:r>
            <a:endParaRPr lang="fr-CA" dirty="0"/>
          </a:p>
        </p:txBody>
      </p:sp>
      <p:sp>
        <p:nvSpPr>
          <p:cNvPr id="13" name="Espace réservé du texte 2">
            <a:extLst>
              <a:ext uri="{FF2B5EF4-FFF2-40B4-BE49-F238E27FC236}">
                <a16:creationId xmlns:a16="http://schemas.microsoft.com/office/drawing/2014/main" id="{49E891B8-F1C8-713B-DC0E-D63B4C444421}"/>
              </a:ext>
            </a:extLst>
          </p:cNvPr>
          <p:cNvSpPr>
            <a:spLocks noGrp="1"/>
          </p:cNvSpPr>
          <p:nvPr>
            <p:ph idx="1"/>
          </p:nvPr>
        </p:nvSpPr>
        <p:spPr>
          <a:xfrm>
            <a:off x="395536" y="1851670"/>
            <a:ext cx="8318748" cy="2249847"/>
          </a:xfrm>
          <a:prstGeom prst="rect">
            <a:avLst/>
          </a:prstGeom>
          <a:noFill/>
        </p:spPr>
        <p:txBody>
          <a:bodyPr vert="horz" wrap="square" lIns="91440" tIns="45720" rIns="91440" bIns="45720" numCol="2" spcCol="360000" rtlCol="0">
            <a:spAutoFit/>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AutoNum type="arabicPeriod"/>
              <a:tabLst/>
              <a:defRPr sz="1600" baseline="0">
                <a:solidFill>
                  <a:schemeClr val="accent3"/>
                </a:solidFill>
              </a:defRPr>
            </a:lvl1pPr>
            <a:lvl3pPr>
              <a:defRPr>
                <a:solidFill>
                  <a:schemeClr val="accent3"/>
                </a:solidFill>
              </a:defRPr>
            </a:lvl3pPr>
            <a:lvl4pPr>
              <a:buNone/>
              <a:defRPr/>
            </a:lvl4pPr>
          </a:lstStyle>
          <a:p>
            <a:pPr lvl="0"/>
            <a:r>
              <a:rPr lang="fr-FR" dirty="0"/>
              <a:t>Cliquez pour modifier les styles du texte du masque</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AutoNum type="arabicPeriod"/>
              <a:tabLst/>
              <a:defRPr/>
            </a:pPr>
            <a:r>
              <a:rPr lang="fr-FR" dirty="0"/>
              <a:t>Cliquez pour modifier les styles du texte du masque</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AutoNum type="arabicPeriod"/>
              <a:tabLst/>
              <a:defRPr/>
            </a:pPr>
            <a:r>
              <a:rPr lang="fr-FR" dirty="0"/>
              <a:t>Cliquez pour modifier les styles du texte du masque</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AutoNum type="arabicPeriod"/>
              <a:tabLst/>
              <a:defRPr/>
            </a:pPr>
            <a:r>
              <a:rPr lang="fr-FR" dirty="0"/>
              <a:t>Cliquez pour modifier les styles du texte du masque</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AutoNum type="arabicPeriod"/>
              <a:tabLst/>
              <a:defRPr/>
            </a:pPr>
            <a:r>
              <a:rPr lang="fr-FR" dirty="0"/>
              <a:t>Cliquez pour modifier les styles du texte du masque</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AutoNum type="arabicPeriod"/>
              <a:tabLst/>
              <a:defRPr/>
            </a:pPr>
            <a:r>
              <a:rPr lang="fr-FR" dirty="0"/>
              <a:t>Cliquez pour modifier les styles du texte du masque</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AutoNum type="arabicPeriod"/>
              <a:tabLst/>
              <a:defRPr/>
            </a:pPr>
            <a:r>
              <a:rPr lang="fr-FR" dirty="0"/>
              <a:t>Cliquez pour modifier les styles du texte du masque</a:t>
            </a:r>
          </a:p>
        </p:txBody>
      </p:sp>
      <p:sp>
        <p:nvSpPr>
          <p:cNvPr id="7" name="Espace réservé du texte 7">
            <a:extLst>
              <a:ext uri="{FF2B5EF4-FFF2-40B4-BE49-F238E27FC236}">
                <a16:creationId xmlns:a16="http://schemas.microsoft.com/office/drawing/2014/main" id="{4E57A44B-4856-2CF5-9C83-39B77CCE0A53}"/>
              </a:ext>
            </a:extLst>
          </p:cNvPr>
          <p:cNvSpPr>
            <a:spLocks noGrp="1"/>
          </p:cNvSpPr>
          <p:nvPr>
            <p:ph type="body" sz="quarter" idx="12" hasCustomPrompt="1"/>
          </p:nvPr>
        </p:nvSpPr>
        <p:spPr>
          <a:xfrm>
            <a:off x="395536" y="4803998"/>
            <a:ext cx="3600400" cy="164998"/>
          </a:xfrm>
          <a:prstGeom prst="rect">
            <a:avLst/>
          </a:prstGeom>
        </p:spPr>
        <p:txBody>
          <a:bodyPr/>
          <a:lstStyle>
            <a:lvl1pPr algn="l">
              <a:spcBef>
                <a:spcPts val="0"/>
              </a:spcBef>
              <a:buNone/>
              <a:defRPr sz="800">
                <a:solidFill>
                  <a:schemeClr val="bg1"/>
                </a:solidFill>
              </a:defRPr>
            </a:lvl1pPr>
          </a:lstStyle>
          <a:p>
            <a:pPr lvl="0"/>
            <a:r>
              <a:rPr lang="fr-CA" dirty="0"/>
              <a:t>Nom du document si désiré</a:t>
            </a:r>
          </a:p>
        </p:txBody>
      </p:sp>
      <p:sp>
        <p:nvSpPr>
          <p:cNvPr id="3" name="Espace réservé du numéro de diapositive 2">
            <a:extLst>
              <a:ext uri="{FF2B5EF4-FFF2-40B4-BE49-F238E27FC236}">
                <a16:creationId xmlns:a16="http://schemas.microsoft.com/office/drawing/2014/main" id="{541EB751-E284-141D-F328-847FC2D9C863}"/>
              </a:ext>
            </a:extLst>
          </p:cNvPr>
          <p:cNvSpPr>
            <a:spLocks noGrp="1"/>
          </p:cNvSpPr>
          <p:nvPr>
            <p:ph type="sldNum" sz="quarter" idx="4"/>
          </p:nvPr>
        </p:nvSpPr>
        <p:spPr>
          <a:xfrm>
            <a:off x="6656884" y="4767263"/>
            <a:ext cx="2057400" cy="274637"/>
          </a:xfrm>
          <a:prstGeom prst="rect">
            <a:avLst/>
          </a:prstGeom>
        </p:spPr>
        <p:txBody>
          <a:bodyPr vert="horz" lIns="91440" tIns="45720" rIns="91440" bIns="45720" rtlCol="0" anchor="ctr"/>
          <a:lstStyle>
            <a:lvl1pPr algn="r">
              <a:defRPr sz="1200">
                <a:solidFill>
                  <a:schemeClr val="tx1">
                    <a:tint val="82000"/>
                  </a:schemeClr>
                </a:solidFill>
              </a:defRPr>
            </a:lvl1pPr>
          </a:lstStyle>
          <a:p>
            <a:fld id="{55DDBC63-AA34-4C27-924A-AC3A8202F7BB}" type="slidenum">
              <a:rPr lang="fr-CA" smtClean="0"/>
              <a:t>‹N°›</a:t>
            </a:fld>
            <a:endParaRPr lang="fr-CA"/>
          </a:p>
        </p:txBody>
      </p:sp>
      <p:sp>
        <p:nvSpPr>
          <p:cNvPr id="2" name="ZoneTexte 1">
            <a:extLst>
              <a:ext uri="{FF2B5EF4-FFF2-40B4-BE49-F238E27FC236}">
                <a16:creationId xmlns:a16="http://schemas.microsoft.com/office/drawing/2014/main" id="{40F703E5-9D9D-962A-16A4-CE5B67E0EDBB}"/>
              </a:ext>
            </a:extLst>
          </p:cNvPr>
          <p:cNvSpPr txBox="1"/>
          <p:nvPr userDrawn="1"/>
        </p:nvSpPr>
        <p:spPr>
          <a:xfrm>
            <a:off x="251520" y="195486"/>
            <a:ext cx="8640960"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1000" dirty="0" smtClean="0">
                <a:solidFill>
                  <a:schemeClr val="bg1"/>
                </a:solidFill>
              </a:rPr>
              <a:t>Santé Québec Laurentides</a:t>
            </a:r>
            <a:endParaRPr lang="fr-CA" sz="1000" b="1" dirty="0">
              <a:solidFill>
                <a:schemeClr val="tx1">
                  <a:lumMod val="20000"/>
                  <a:lumOff val="80000"/>
                </a:schemeClr>
              </a:solidFill>
              <a:latin typeface="Segoe UI Light" panose="020B0502040204020203" pitchFamily="34" charset="0"/>
              <a:cs typeface="Segoe UI Light" panose="020B0502040204020203" pitchFamily="34" charset="0"/>
            </a:endParaRPr>
          </a:p>
        </p:txBody>
      </p:sp>
    </p:spTree>
    <p:extLst>
      <p:ext uri="{BB962C8B-B14F-4D97-AF65-F5344CB8AC3E}">
        <p14:creationId xmlns:p14="http://schemas.microsoft.com/office/powerpoint/2010/main" val="2001285955"/>
      </p:ext>
    </p:extLst>
  </p:cSld>
  <p:clrMapOvr>
    <a:masterClrMapping/>
  </p:clrMapOvr>
  <p:extLst mod="1">
    <p:ext uri="{DCECCB84-F9BA-43D5-87BE-67443E8EF086}">
      <p15:sldGuideLst xmlns:p15="http://schemas.microsoft.com/office/powerpoint/2012/main">
        <p15:guide id="1" orient="horz" pos="1620" userDrawn="1">
          <p15:clr>
            <a:srgbClr val="FBAE40"/>
          </p15:clr>
        </p15:guide>
        <p15:guide id="2" pos="2880"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dM_Pâle">
    <p:bg>
      <p:bgPr>
        <a:solidFill>
          <a:schemeClr val="accent3">
            <a:lumMod val="40000"/>
            <a:lumOff val="60000"/>
          </a:schemeClr>
        </a:solidFill>
        <a:effectLst/>
      </p:bgPr>
    </p:bg>
    <p:spTree>
      <p:nvGrpSpPr>
        <p:cNvPr id="1" name=""/>
        <p:cNvGrpSpPr/>
        <p:nvPr/>
      </p:nvGrpSpPr>
      <p:grpSpPr>
        <a:xfrm>
          <a:off x="0" y="0"/>
          <a:ext cx="0" cy="0"/>
          <a:chOff x="0" y="0"/>
          <a:chExt cx="0" cy="0"/>
        </a:xfrm>
      </p:grpSpPr>
      <p:sp>
        <p:nvSpPr>
          <p:cNvPr id="12" name="Espace réservé du titre 1">
            <a:extLst>
              <a:ext uri="{FF2B5EF4-FFF2-40B4-BE49-F238E27FC236}">
                <a16:creationId xmlns:a16="http://schemas.microsoft.com/office/drawing/2014/main" id="{0C23CB09-4FB3-A3E9-73A3-70E918F58963}"/>
              </a:ext>
            </a:extLst>
          </p:cNvPr>
          <p:cNvSpPr>
            <a:spLocks noGrp="1"/>
          </p:cNvSpPr>
          <p:nvPr>
            <p:ph type="title" hasCustomPrompt="1"/>
          </p:nvPr>
        </p:nvSpPr>
        <p:spPr>
          <a:xfrm>
            <a:off x="395536" y="741637"/>
            <a:ext cx="8318748" cy="993775"/>
          </a:xfrm>
          <a:prstGeom prst="rect">
            <a:avLst/>
          </a:prstGeom>
        </p:spPr>
        <p:txBody>
          <a:bodyPr vert="horz" lIns="91440" tIns="45720" rIns="91440" bIns="45720" rtlCol="0" anchor="ctr">
            <a:normAutofit/>
          </a:bodyPr>
          <a:lstStyle>
            <a:lvl1pPr>
              <a:defRPr>
                <a:solidFill>
                  <a:schemeClr val="accent2"/>
                </a:solidFill>
              </a:defRPr>
            </a:lvl1pPr>
          </a:lstStyle>
          <a:p>
            <a:r>
              <a:rPr lang="fr-FR" dirty="0"/>
              <a:t>Table des matières</a:t>
            </a:r>
            <a:endParaRPr lang="fr-CA" dirty="0"/>
          </a:p>
        </p:txBody>
      </p:sp>
      <p:sp>
        <p:nvSpPr>
          <p:cNvPr id="13" name="Espace réservé du texte 2">
            <a:extLst>
              <a:ext uri="{FF2B5EF4-FFF2-40B4-BE49-F238E27FC236}">
                <a16:creationId xmlns:a16="http://schemas.microsoft.com/office/drawing/2014/main" id="{49E891B8-F1C8-713B-DC0E-D63B4C444421}"/>
              </a:ext>
            </a:extLst>
          </p:cNvPr>
          <p:cNvSpPr>
            <a:spLocks noGrp="1"/>
          </p:cNvSpPr>
          <p:nvPr>
            <p:ph idx="1"/>
          </p:nvPr>
        </p:nvSpPr>
        <p:spPr>
          <a:xfrm>
            <a:off x="395536" y="1851670"/>
            <a:ext cx="8318748" cy="2249847"/>
          </a:xfrm>
          <a:prstGeom prst="rect">
            <a:avLst/>
          </a:prstGeom>
          <a:noFill/>
        </p:spPr>
        <p:txBody>
          <a:bodyPr vert="horz" wrap="square" lIns="91440" tIns="45720" rIns="91440" bIns="45720" numCol="2" spcCol="360000" rtlCol="0">
            <a:spAutoFit/>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AutoNum type="arabicPeriod"/>
              <a:tabLst/>
              <a:defRPr sz="1600" baseline="0">
                <a:solidFill>
                  <a:schemeClr val="tx1"/>
                </a:solidFill>
              </a:defRPr>
            </a:lvl1pPr>
            <a:lvl3pPr>
              <a:defRPr>
                <a:solidFill>
                  <a:schemeClr val="accent3"/>
                </a:solidFill>
              </a:defRPr>
            </a:lvl3pPr>
            <a:lvl4pPr>
              <a:buNone/>
              <a:defRPr/>
            </a:lvl4pPr>
          </a:lstStyle>
          <a:p>
            <a:pPr lvl="0"/>
            <a:r>
              <a:rPr lang="fr-FR" dirty="0"/>
              <a:t>Cliquez pour modifier les styles du texte du masque</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AutoNum type="arabicPeriod"/>
              <a:tabLst/>
              <a:defRPr/>
            </a:pPr>
            <a:r>
              <a:rPr lang="fr-FR" dirty="0"/>
              <a:t>Cliquez pour modifier les styles du texte du masque</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AutoNum type="arabicPeriod"/>
              <a:tabLst/>
              <a:defRPr/>
            </a:pPr>
            <a:r>
              <a:rPr lang="fr-FR" dirty="0"/>
              <a:t>Cliquez pour modifier les styles du texte du masque</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AutoNum type="arabicPeriod"/>
              <a:tabLst/>
              <a:defRPr/>
            </a:pPr>
            <a:r>
              <a:rPr lang="fr-FR" dirty="0"/>
              <a:t>Cliquez pour modifier les styles du texte du masque</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AutoNum type="arabicPeriod"/>
              <a:tabLst/>
              <a:defRPr/>
            </a:pPr>
            <a:r>
              <a:rPr lang="fr-FR" dirty="0"/>
              <a:t>Cliquez pour modifier les styles du texte du masque</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AutoNum type="arabicPeriod"/>
              <a:tabLst/>
              <a:defRPr/>
            </a:pPr>
            <a:r>
              <a:rPr lang="fr-FR" dirty="0"/>
              <a:t>Cliquez pour modifier les styles du texte du masque</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AutoNum type="arabicPeriod"/>
              <a:tabLst/>
              <a:defRPr/>
            </a:pPr>
            <a:r>
              <a:rPr lang="fr-FR" dirty="0"/>
              <a:t>Cliquez pour modifier les styles du texte du masque</a:t>
            </a:r>
          </a:p>
        </p:txBody>
      </p:sp>
      <p:sp>
        <p:nvSpPr>
          <p:cNvPr id="7" name="Espace réservé du texte 7">
            <a:extLst>
              <a:ext uri="{FF2B5EF4-FFF2-40B4-BE49-F238E27FC236}">
                <a16:creationId xmlns:a16="http://schemas.microsoft.com/office/drawing/2014/main" id="{4E57A44B-4856-2CF5-9C83-39B77CCE0A53}"/>
              </a:ext>
            </a:extLst>
          </p:cNvPr>
          <p:cNvSpPr>
            <a:spLocks noGrp="1"/>
          </p:cNvSpPr>
          <p:nvPr>
            <p:ph type="body" sz="quarter" idx="12" hasCustomPrompt="1"/>
          </p:nvPr>
        </p:nvSpPr>
        <p:spPr>
          <a:xfrm>
            <a:off x="395536" y="4801840"/>
            <a:ext cx="3600400" cy="164998"/>
          </a:xfrm>
          <a:prstGeom prst="rect">
            <a:avLst/>
          </a:prstGeom>
        </p:spPr>
        <p:txBody>
          <a:bodyPr/>
          <a:lstStyle>
            <a:lvl1pPr algn="l">
              <a:spcBef>
                <a:spcPts val="0"/>
              </a:spcBef>
              <a:buNone/>
              <a:defRPr sz="800">
                <a:solidFill>
                  <a:schemeClr val="tx1"/>
                </a:solidFill>
              </a:defRPr>
            </a:lvl1pPr>
          </a:lstStyle>
          <a:p>
            <a:pPr lvl="0"/>
            <a:r>
              <a:rPr lang="fr-CA" dirty="0"/>
              <a:t>Nom du document si désiré</a:t>
            </a:r>
          </a:p>
        </p:txBody>
      </p:sp>
      <p:sp>
        <p:nvSpPr>
          <p:cNvPr id="3" name="Espace réservé du numéro de diapositive 2">
            <a:extLst>
              <a:ext uri="{FF2B5EF4-FFF2-40B4-BE49-F238E27FC236}">
                <a16:creationId xmlns:a16="http://schemas.microsoft.com/office/drawing/2014/main" id="{226F5067-5EAC-F17B-C17A-1F7239CA3880}"/>
              </a:ext>
            </a:extLst>
          </p:cNvPr>
          <p:cNvSpPr>
            <a:spLocks noGrp="1"/>
          </p:cNvSpPr>
          <p:nvPr>
            <p:ph type="sldNum" sz="quarter" idx="4"/>
          </p:nvPr>
        </p:nvSpPr>
        <p:spPr>
          <a:xfrm>
            <a:off x="6656884" y="4767263"/>
            <a:ext cx="2057400" cy="274637"/>
          </a:xfrm>
          <a:prstGeom prst="rect">
            <a:avLst/>
          </a:prstGeom>
        </p:spPr>
        <p:txBody>
          <a:bodyPr vert="horz" lIns="91440" tIns="45720" rIns="91440" bIns="45720" rtlCol="0" anchor="ctr"/>
          <a:lstStyle>
            <a:lvl1pPr algn="r">
              <a:defRPr sz="1200">
                <a:solidFill>
                  <a:schemeClr val="tx1">
                    <a:tint val="82000"/>
                  </a:schemeClr>
                </a:solidFill>
              </a:defRPr>
            </a:lvl1pPr>
          </a:lstStyle>
          <a:p>
            <a:fld id="{55DDBC63-AA34-4C27-924A-AC3A8202F7BB}" type="slidenum">
              <a:rPr lang="fr-CA" smtClean="0"/>
              <a:t>‹N°›</a:t>
            </a:fld>
            <a:endParaRPr lang="fr-CA"/>
          </a:p>
        </p:txBody>
      </p:sp>
      <p:sp>
        <p:nvSpPr>
          <p:cNvPr id="2" name="ZoneTexte 1">
            <a:extLst>
              <a:ext uri="{FF2B5EF4-FFF2-40B4-BE49-F238E27FC236}">
                <a16:creationId xmlns:a16="http://schemas.microsoft.com/office/drawing/2014/main" id="{6B353378-2773-81DE-AA7E-7C11A9286771}"/>
              </a:ext>
            </a:extLst>
          </p:cNvPr>
          <p:cNvSpPr txBox="1"/>
          <p:nvPr userDrawn="1"/>
        </p:nvSpPr>
        <p:spPr>
          <a:xfrm>
            <a:off x="251520" y="195486"/>
            <a:ext cx="8640960"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1000" dirty="0">
                <a:solidFill>
                  <a:schemeClr val="tx1"/>
                </a:solidFill>
              </a:rPr>
              <a:t>Santé Québec </a:t>
            </a:r>
            <a:r>
              <a:rPr lang="fr-CA" sz="1000" dirty="0" smtClean="0">
                <a:solidFill>
                  <a:schemeClr val="tx1"/>
                </a:solidFill>
              </a:rPr>
              <a:t>Laurentides</a:t>
            </a:r>
            <a:endParaRPr lang="fr-CA" sz="1000" b="1" dirty="0">
              <a:solidFill>
                <a:schemeClr val="tx1">
                  <a:lumMod val="20000"/>
                  <a:lumOff val="80000"/>
                </a:schemeClr>
              </a:solidFill>
              <a:latin typeface="Segoe UI Light" panose="020B0502040204020203" pitchFamily="34" charset="0"/>
              <a:cs typeface="Segoe UI Light" panose="020B0502040204020203" pitchFamily="34" charset="0"/>
            </a:endParaRPr>
          </a:p>
        </p:txBody>
      </p:sp>
    </p:spTree>
    <p:extLst>
      <p:ext uri="{BB962C8B-B14F-4D97-AF65-F5344CB8AC3E}">
        <p14:creationId xmlns:p14="http://schemas.microsoft.com/office/powerpoint/2010/main" val="2720765822"/>
      </p:ext>
    </p:extLst>
  </p:cSld>
  <p:clrMapOvr>
    <a:masterClrMapping/>
  </p:clrMapOvr>
  <p:extLst mod="1">
    <p:ext uri="{DCECCB84-F9BA-43D5-87BE-67443E8EF086}">
      <p15:sldGuideLst xmlns:p15="http://schemas.microsoft.com/office/powerpoint/2012/main">
        <p15:guide id="1" orient="horz" pos="1620" userDrawn="1">
          <p15:clr>
            <a:srgbClr val="FBAE40"/>
          </p15:clr>
        </p15:guide>
        <p15:guide id="2" pos="2880"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re et contenu">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60B5EE86-FD03-6366-0D40-616B182F2EE7}"/>
              </a:ext>
            </a:extLst>
          </p:cNvPr>
          <p:cNvSpPr>
            <a:spLocks noGrp="1"/>
          </p:cNvSpPr>
          <p:nvPr>
            <p:ph idx="1"/>
          </p:nvPr>
        </p:nvSpPr>
        <p:spPr>
          <a:xfrm>
            <a:off x="628650" y="1370013"/>
            <a:ext cx="7886700" cy="3262312"/>
          </a:xfrm>
          <a:prstGeom prst="rect">
            <a:avLst/>
          </a:prstGeo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fr-CA" dirty="0"/>
          </a:p>
        </p:txBody>
      </p:sp>
      <p:sp>
        <p:nvSpPr>
          <p:cNvPr id="8" name="Espace réservé du texte 11">
            <a:extLst>
              <a:ext uri="{FF2B5EF4-FFF2-40B4-BE49-F238E27FC236}">
                <a16:creationId xmlns:a16="http://schemas.microsoft.com/office/drawing/2014/main" id="{18C83B8D-CDA1-88C9-E6F5-4C5F6C002A84}"/>
              </a:ext>
            </a:extLst>
          </p:cNvPr>
          <p:cNvSpPr>
            <a:spLocks noGrp="1"/>
          </p:cNvSpPr>
          <p:nvPr>
            <p:ph type="body" sz="quarter" idx="13" hasCustomPrompt="1"/>
          </p:nvPr>
        </p:nvSpPr>
        <p:spPr>
          <a:xfrm>
            <a:off x="628650" y="555526"/>
            <a:ext cx="7885113" cy="503238"/>
          </a:xfrm>
          <a:prstGeom prst="rect">
            <a:avLst/>
          </a:prstGeom>
        </p:spPr>
        <p:txBody>
          <a:bodyPr/>
          <a:lstStyle>
            <a:lvl1pPr>
              <a:buNone/>
              <a:defRPr sz="2400">
                <a:solidFill>
                  <a:schemeClr val="bg1"/>
                </a:solidFill>
                <a:latin typeface="+mj-lt"/>
              </a:defRPr>
            </a:lvl1pPr>
          </a:lstStyle>
          <a:p>
            <a:pPr lvl="0"/>
            <a:r>
              <a:rPr lang="fr-FR" dirty="0"/>
              <a:t>Modifiez le style du titre</a:t>
            </a:r>
            <a:endParaRPr lang="fr-CA" dirty="0"/>
          </a:p>
        </p:txBody>
      </p:sp>
      <p:sp>
        <p:nvSpPr>
          <p:cNvPr id="5" name="Espace réservé du texte 7">
            <a:extLst>
              <a:ext uri="{FF2B5EF4-FFF2-40B4-BE49-F238E27FC236}">
                <a16:creationId xmlns:a16="http://schemas.microsoft.com/office/drawing/2014/main" id="{85937812-5DFA-9A2D-C069-D62B1425FD3F}"/>
              </a:ext>
            </a:extLst>
          </p:cNvPr>
          <p:cNvSpPr>
            <a:spLocks noGrp="1"/>
          </p:cNvSpPr>
          <p:nvPr>
            <p:ph type="body" sz="quarter" idx="14" hasCustomPrompt="1"/>
          </p:nvPr>
        </p:nvSpPr>
        <p:spPr>
          <a:xfrm>
            <a:off x="683568" y="4769070"/>
            <a:ext cx="3600400" cy="164998"/>
          </a:xfrm>
          <a:prstGeom prst="rect">
            <a:avLst/>
          </a:prstGeom>
        </p:spPr>
        <p:txBody>
          <a:bodyPr/>
          <a:lstStyle>
            <a:lvl1pPr algn="l">
              <a:spcBef>
                <a:spcPts val="0"/>
              </a:spcBef>
              <a:buNone/>
              <a:defRPr sz="800">
                <a:solidFill>
                  <a:schemeClr val="tx1"/>
                </a:solidFill>
              </a:defRPr>
            </a:lvl1pPr>
          </a:lstStyle>
          <a:p>
            <a:pPr lvl="0"/>
            <a:r>
              <a:rPr lang="fr-CA" dirty="0"/>
              <a:t>Nom du document si désiré</a:t>
            </a:r>
          </a:p>
        </p:txBody>
      </p:sp>
      <p:sp>
        <p:nvSpPr>
          <p:cNvPr id="13" name="Espace réservé du numéro de diapositive 5">
            <a:extLst>
              <a:ext uri="{FF2B5EF4-FFF2-40B4-BE49-F238E27FC236}">
                <a16:creationId xmlns:a16="http://schemas.microsoft.com/office/drawing/2014/main" id="{B5A4DF54-1696-4D83-DEDD-F8DE736AE245}"/>
              </a:ext>
            </a:extLst>
          </p:cNvPr>
          <p:cNvSpPr>
            <a:spLocks noGrp="1"/>
          </p:cNvSpPr>
          <p:nvPr>
            <p:ph type="sldNum" sz="quarter" idx="4"/>
          </p:nvPr>
        </p:nvSpPr>
        <p:spPr>
          <a:xfrm>
            <a:off x="6656884" y="4747021"/>
            <a:ext cx="2057400" cy="274637"/>
          </a:xfrm>
          <a:prstGeom prst="rect">
            <a:avLst/>
          </a:prstGeom>
        </p:spPr>
        <p:txBody>
          <a:bodyPr vert="horz" lIns="91440" tIns="45720" rIns="91440" bIns="45720" rtlCol="0" anchor="ctr"/>
          <a:lstStyle>
            <a:lvl1pPr algn="r">
              <a:defRPr sz="1200">
                <a:solidFill>
                  <a:schemeClr val="tx1"/>
                </a:solidFill>
              </a:defRPr>
            </a:lvl1pPr>
          </a:lstStyle>
          <a:p>
            <a:fld id="{A7D211A3-7575-492B-8E98-5F9B497A4866}" type="slidenum">
              <a:rPr lang="fr-CA" smtClean="0"/>
              <a:pPr/>
              <a:t>‹N°›</a:t>
            </a:fld>
            <a:endParaRPr lang="fr-CA" dirty="0"/>
          </a:p>
        </p:txBody>
      </p:sp>
      <p:sp>
        <p:nvSpPr>
          <p:cNvPr id="4" name="ZoneTexte 3">
            <a:extLst>
              <a:ext uri="{FF2B5EF4-FFF2-40B4-BE49-F238E27FC236}">
                <a16:creationId xmlns:a16="http://schemas.microsoft.com/office/drawing/2014/main" id="{C5DA9466-862E-46A8-2024-80B1B7F5465B}"/>
              </a:ext>
            </a:extLst>
          </p:cNvPr>
          <p:cNvSpPr txBox="1"/>
          <p:nvPr userDrawn="1"/>
        </p:nvSpPr>
        <p:spPr>
          <a:xfrm>
            <a:off x="251520" y="195486"/>
            <a:ext cx="8640960"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1000" dirty="0">
                <a:solidFill>
                  <a:schemeClr val="tx2">
                    <a:lumMod val="20000"/>
                    <a:lumOff val="80000"/>
                  </a:schemeClr>
                </a:solidFill>
              </a:rPr>
              <a:t>Santé Québec </a:t>
            </a:r>
            <a:r>
              <a:rPr lang="fr-CA" sz="1000" dirty="0" smtClean="0">
                <a:solidFill>
                  <a:schemeClr val="tx2">
                    <a:lumMod val="20000"/>
                    <a:lumOff val="80000"/>
                  </a:schemeClr>
                </a:solidFill>
              </a:rPr>
              <a:t>Laurentides</a:t>
            </a:r>
            <a:endParaRPr lang="fr-CA" sz="1000" b="1" dirty="0">
              <a:solidFill>
                <a:schemeClr val="tx1">
                  <a:lumMod val="20000"/>
                  <a:lumOff val="80000"/>
                </a:schemeClr>
              </a:solidFill>
              <a:latin typeface="Segoe UI Light" panose="020B0502040204020203" pitchFamily="34" charset="0"/>
              <a:cs typeface="Segoe UI Light" panose="020B0502040204020203" pitchFamily="34" charset="0"/>
            </a:endParaRPr>
          </a:p>
        </p:txBody>
      </p:sp>
    </p:spTree>
    <p:extLst>
      <p:ext uri="{BB962C8B-B14F-4D97-AF65-F5344CB8AC3E}">
        <p14:creationId xmlns:p14="http://schemas.microsoft.com/office/powerpoint/2010/main" val="18946237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59E568C-A0C0-6EB5-DC90-44AC5793AF45}"/>
              </a:ext>
            </a:extLst>
          </p:cNvPr>
          <p:cNvSpPr>
            <a:spLocks noGrp="1"/>
          </p:cNvSpPr>
          <p:nvPr>
            <p:ph type="title"/>
          </p:nvPr>
        </p:nvSpPr>
        <p:spPr>
          <a:xfrm>
            <a:off x="630238" y="1443608"/>
            <a:ext cx="2949575" cy="408062"/>
          </a:xfrm>
          <a:prstGeom prst="rect">
            <a:avLst/>
          </a:prstGeom>
        </p:spPr>
        <p:txBody>
          <a:bodyPr anchor="t" anchorCtr="0">
            <a:normAutofit/>
          </a:bodyPr>
          <a:lstStyle>
            <a:lvl1pPr>
              <a:defRPr sz="1800">
                <a:solidFill>
                  <a:schemeClr val="accent2"/>
                </a:solidFill>
              </a:defRPr>
            </a:lvl1pPr>
          </a:lstStyle>
          <a:p>
            <a:r>
              <a:rPr lang="fr-FR" dirty="0"/>
              <a:t>Modifiez le style du titre</a:t>
            </a:r>
            <a:endParaRPr lang="fr-CA" dirty="0"/>
          </a:p>
        </p:txBody>
      </p:sp>
      <p:sp>
        <p:nvSpPr>
          <p:cNvPr id="5" name="Espace réservé du texte 3">
            <a:extLst>
              <a:ext uri="{FF2B5EF4-FFF2-40B4-BE49-F238E27FC236}">
                <a16:creationId xmlns:a16="http://schemas.microsoft.com/office/drawing/2014/main" id="{81C5B41E-09AB-998E-F3AA-CE096360E41B}"/>
              </a:ext>
            </a:extLst>
          </p:cNvPr>
          <p:cNvSpPr>
            <a:spLocks noGrp="1"/>
          </p:cNvSpPr>
          <p:nvPr>
            <p:ph type="body" sz="half" idx="2" hasCustomPrompt="1"/>
          </p:nvPr>
        </p:nvSpPr>
        <p:spPr>
          <a:xfrm>
            <a:off x="630238" y="1923678"/>
            <a:ext cx="7885112" cy="2478460"/>
          </a:xfrm>
          <a:prstGeom prst="rect">
            <a:avLst/>
          </a:prstGeom>
        </p:spPr>
        <p:txBody>
          <a:bodyPr numCol="2" spcCol="540000">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400">
                <a:solidFill>
                  <a:schemeClr val="tx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dirty="0"/>
              <a:t>Cliquez pour modifier les styles du texte du masque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fr-FR"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fr-FR"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fr-FR"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fr-FR"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fr-FR"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fr-FR"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dirty="0"/>
              <a:t>Cliquez pour modifier les styles du texte du masque</a:t>
            </a:r>
          </a:p>
          <a:p>
            <a:pPr lvl="0"/>
            <a:endParaRPr lang="fr-FR" dirty="0"/>
          </a:p>
        </p:txBody>
      </p:sp>
      <p:sp>
        <p:nvSpPr>
          <p:cNvPr id="13" name="Espace réservé du texte 11">
            <a:extLst>
              <a:ext uri="{FF2B5EF4-FFF2-40B4-BE49-F238E27FC236}">
                <a16:creationId xmlns:a16="http://schemas.microsoft.com/office/drawing/2014/main" id="{CB5986BC-22A0-C1BE-2EC1-E42FAC1678C0}"/>
              </a:ext>
            </a:extLst>
          </p:cNvPr>
          <p:cNvSpPr>
            <a:spLocks noGrp="1"/>
          </p:cNvSpPr>
          <p:nvPr>
            <p:ph type="body" sz="quarter" idx="14" hasCustomPrompt="1"/>
          </p:nvPr>
        </p:nvSpPr>
        <p:spPr>
          <a:xfrm>
            <a:off x="628650" y="555526"/>
            <a:ext cx="7885113" cy="503238"/>
          </a:xfrm>
          <a:prstGeom prst="rect">
            <a:avLst/>
          </a:prstGeom>
        </p:spPr>
        <p:txBody>
          <a:bodyPr/>
          <a:lstStyle>
            <a:lvl1pPr>
              <a:buNone/>
              <a:defRPr sz="2400">
                <a:solidFill>
                  <a:schemeClr val="bg1"/>
                </a:solidFill>
                <a:latin typeface="+mj-lt"/>
              </a:defRPr>
            </a:lvl1pPr>
          </a:lstStyle>
          <a:p>
            <a:pPr lvl="0"/>
            <a:r>
              <a:rPr lang="fr-FR" dirty="0"/>
              <a:t>Modifiez le style du titre</a:t>
            </a:r>
            <a:endParaRPr lang="fr-CA" dirty="0"/>
          </a:p>
        </p:txBody>
      </p:sp>
      <p:sp>
        <p:nvSpPr>
          <p:cNvPr id="7" name="Espace réservé du texte 7">
            <a:extLst>
              <a:ext uri="{FF2B5EF4-FFF2-40B4-BE49-F238E27FC236}">
                <a16:creationId xmlns:a16="http://schemas.microsoft.com/office/drawing/2014/main" id="{6B38D628-70CE-CA7F-993C-BDC40F9F19CA}"/>
              </a:ext>
            </a:extLst>
          </p:cNvPr>
          <p:cNvSpPr>
            <a:spLocks noGrp="1"/>
          </p:cNvSpPr>
          <p:nvPr>
            <p:ph type="body" sz="quarter" idx="15" hasCustomPrompt="1"/>
          </p:nvPr>
        </p:nvSpPr>
        <p:spPr>
          <a:xfrm>
            <a:off x="683568" y="4769070"/>
            <a:ext cx="3600400" cy="164998"/>
          </a:xfrm>
          <a:prstGeom prst="rect">
            <a:avLst/>
          </a:prstGeom>
        </p:spPr>
        <p:txBody>
          <a:bodyPr/>
          <a:lstStyle>
            <a:lvl1pPr algn="l">
              <a:spcBef>
                <a:spcPts val="0"/>
              </a:spcBef>
              <a:buNone/>
              <a:defRPr sz="800">
                <a:solidFill>
                  <a:schemeClr val="tx1"/>
                </a:solidFill>
              </a:defRPr>
            </a:lvl1pPr>
          </a:lstStyle>
          <a:p>
            <a:pPr lvl="0"/>
            <a:r>
              <a:rPr lang="fr-CA" dirty="0"/>
              <a:t>Nom du document si désiré</a:t>
            </a:r>
          </a:p>
        </p:txBody>
      </p:sp>
      <p:sp>
        <p:nvSpPr>
          <p:cNvPr id="4" name="Espace réservé du numéro de diapositive 5">
            <a:extLst>
              <a:ext uri="{FF2B5EF4-FFF2-40B4-BE49-F238E27FC236}">
                <a16:creationId xmlns:a16="http://schemas.microsoft.com/office/drawing/2014/main" id="{9357842C-5AA4-C89B-37B8-47121B4AA9D9}"/>
              </a:ext>
            </a:extLst>
          </p:cNvPr>
          <p:cNvSpPr>
            <a:spLocks noGrp="1"/>
          </p:cNvSpPr>
          <p:nvPr>
            <p:ph type="sldNum" sz="quarter" idx="4"/>
          </p:nvPr>
        </p:nvSpPr>
        <p:spPr>
          <a:xfrm>
            <a:off x="6656884" y="4747021"/>
            <a:ext cx="2057400" cy="274637"/>
          </a:xfrm>
          <a:prstGeom prst="rect">
            <a:avLst/>
          </a:prstGeom>
        </p:spPr>
        <p:txBody>
          <a:bodyPr vert="horz" lIns="91440" tIns="45720" rIns="91440" bIns="45720" rtlCol="0" anchor="ctr"/>
          <a:lstStyle>
            <a:lvl1pPr algn="r">
              <a:defRPr sz="1200">
                <a:solidFill>
                  <a:schemeClr val="tx1"/>
                </a:solidFill>
              </a:defRPr>
            </a:lvl1pPr>
          </a:lstStyle>
          <a:p>
            <a:fld id="{A7D211A3-7575-492B-8E98-5F9B497A4866}" type="slidenum">
              <a:rPr lang="fr-CA" smtClean="0"/>
              <a:pPr/>
              <a:t>‹N°›</a:t>
            </a:fld>
            <a:endParaRPr lang="fr-CA" dirty="0"/>
          </a:p>
        </p:txBody>
      </p:sp>
      <p:sp>
        <p:nvSpPr>
          <p:cNvPr id="6" name="ZoneTexte 5">
            <a:extLst>
              <a:ext uri="{FF2B5EF4-FFF2-40B4-BE49-F238E27FC236}">
                <a16:creationId xmlns:a16="http://schemas.microsoft.com/office/drawing/2014/main" id="{C0F1A8A4-94F0-0934-93C1-750B6B18186B}"/>
              </a:ext>
            </a:extLst>
          </p:cNvPr>
          <p:cNvSpPr txBox="1"/>
          <p:nvPr userDrawn="1"/>
        </p:nvSpPr>
        <p:spPr>
          <a:xfrm>
            <a:off x="251520" y="195486"/>
            <a:ext cx="8640960"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1000" dirty="0">
                <a:solidFill>
                  <a:schemeClr val="tx2">
                    <a:lumMod val="20000"/>
                    <a:lumOff val="80000"/>
                  </a:schemeClr>
                </a:solidFill>
              </a:rPr>
              <a:t>Santé Québec </a:t>
            </a:r>
            <a:r>
              <a:rPr lang="fr-CA" sz="1000" dirty="0" smtClean="0">
                <a:solidFill>
                  <a:schemeClr val="tx2">
                    <a:lumMod val="20000"/>
                    <a:lumOff val="80000"/>
                  </a:schemeClr>
                </a:solidFill>
              </a:rPr>
              <a:t>Laurentides</a:t>
            </a:r>
            <a:endParaRPr lang="fr-CA" sz="1000" dirty="0">
              <a:solidFill>
                <a:schemeClr val="tx2">
                  <a:lumMod val="20000"/>
                  <a:lumOff val="80000"/>
                </a:schemeClr>
              </a:solidFill>
            </a:endParaRPr>
          </a:p>
          <a:p>
            <a:pPr algn="l"/>
            <a:endParaRPr lang="fr-CA" sz="1000" b="1" dirty="0">
              <a:solidFill>
                <a:schemeClr val="tx1">
                  <a:lumMod val="20000"/>
                  <a:lumOff val="80000"/>
                </a:schemeClr>
              </a:solidFill>
              <a:latin typeface="Segoe UI Light" panose="020B0502040204020203" pitchFamily="34" charset="0"/>
              <a:cs typeface="Segoe UI Light" panose="020B0502040204020203" pitchFamily="34" charset="0"/>
            </a:endParaRPr>
          </a:p>
        </p:txBody>
      </p:sp>
    </p:spTree>
    <p:extLst>
      <p:ext uri="{BB962C8B-B14F-4D97-AF65-F5344CB8AC3E}">
        <p14:creationId xmlns:p14="http://schemas.microsoft.com/office/powerpoint/2010/main" val="19858496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Deux contenus">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77622D76-894D-AD1F-EC10-550A6729AFBD}"/>
              </a:ext>
            </a:extLst>
          </p:cNvPr>
          <p:cNvSpPr>
            <a:spLocks noGrp="1"/>
          </p:cNvSpPr>
          <p:nvPr>
            <p:ph sz="half" idx="1"/>
          </p:nvPr>
        </p:nvSpPr>
        <p:spPr>
          <a:xfrm>
            <a:off x="628650" y="1370013"/>
            <a:ext cx="3867150" cy="3262312"/>
          </a:xfrm>
          <a:prstGeom prst="rect">
            <a:avLst/>
          </a:prstGeo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fr-CA" dirty="0"/>
          </a:p>
        </p:txBody>
      </p:sp>
      <p:sp>
        <p:nvSpPr>
          <p:cNvPr id="4" name="Espace réservé du contenu 3">
            <a:extLst>
              <a:ext uri="{FF2B5EF4-FFF2-40B4-BE49-F238E27FC236}">
                <a16:creationId xmlns:a16="http://schemas.microsoft.com/office/drawing/2014/main" id="{352C815A-933C-BE6D-E91F-0AB38952DC14}"/>
              </a:ext>
            </a:extLst>
          </p:cNvPr>
          <p:cNvSpPr>
            <a:spLocks noGrp="1"/>
          </p:cNvSpPr>
          <p:nvPr>
            <p:ph sz="half" idx="2"/>
          </p:nvPr>
        </p:nvSpPr>
        <p:spPr>
          <a:xfrm>
            <a:off x="4648200" y="1370013"/>
            <a:ext cx="3867150" cy="3262312"/>
          </a:xfrm>
          <a:prstGeom prst="rect">
            <a:avLst/>
          </a:prstGeo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fr-CA" dirty="0"/>
          </a:p>
        </p:txBody>
      </p:sp>
      <p:sp>
        <p:nvSpPr>
          <p:cNvPr id="9" name="Espace réservé du texte 11">
            <a:extLst>
              <a:ext uri="{FF2B5EF4-FFF2-40B4-BE49-F238E27FC236}">
                <a16:creationId xmlns:a16="http://schemas.microsoft.com/office/drawing/2014/main" id="{0A671669-E394-112F-D792-9E42BFC36ABD}"/>
              </a:ext>
            </a:extLst>
          </p:cNvPr>
          <p:cNvSpPr>
            <a:spLocks noGrp="1"/>
          </p:cNvSpPr>
          <p:nvPr>
            <p:ph type="body" sz="quarter" idx="13" hasCustomPrompt="1"/>
          </p:nvPr>
        </p:nvSpPr>
        <p:spPr>
          <a:xfrm>
            <a:off x="628650" y="555526"/>
            <a:ext cx="7885113" cy="503238"/>
          </a:xfrm>
          <a:prstGeom prst="rect">
            <a:avLst/>
          </a:prstGeom>
        </p:spPr>
        <p:txBody>
          <a:bodyPr/>
          <a:lstStyle>
            <a:lvl1pPr>
              <a:buNone/>
              <a:defRPr sz="2400">
                <a:solidFill>
                  <a:schemeClr val="bg1"/>
                </a:solidFill>
                <a:latin typeface="+mj-lt"/>
              </a:defRPr>
            </a:lvl1pPr>
          </a:lstStyle>
          <a:p>
            <a:pPr lvl="0"/>
            <a:r>
              <a:rPr lang="fr-FR" dirty="0"/>
              <a:t>Modifiez le style du titre</a:t>
            </a:r>
            <a:endParaRPr lang="fr-CA" dirty="0"/>
          </a:p>
        </p:txBody>
      </p:sp>
      <p:sp>
        <p:nvSpPr>
          <p:cNvPr id="6" name="Espace réservé du texte 7">
            <a:extLst>
              <a:ext uri="{FF2B5EF4-FFF2-40B4-BE49-F238E27FC236}">
                <a16:creationId xmlns:a16="http://schemas.microsoft.com/office/drawing/2014/main" id="{951FF73E-FDF6-E66F-0655-C5004E108B5D}"/>
              </a:ext>
            </a:extLst>
          </p:cNvPr>
          <p:cNvSpPr>
            <a:spLocks noGrp="1"/>
          </p:cNvSpPr>
          <p:nvPr>
            <p:ph type="body" sz="quarter" idx="14" hasCustomPrompt="1"/>
          </p:nvPr>
        </p:nvSpPr>
        <p:spPr>
          <a:xfrm>
            <a:off x="683568" y="4769070"/>
            <a:ext cx="3600400" cy="164998"/>
          </a:xfrm>
          <a:prstGeom prst="rect">
            <a:avLst/>
          </a:prstGeom>
        </p:spPr>
        <p:txBody>
          <a:bodyPr/>
          <a:lstStyle>
            <a:lvl1pPr algn="l">
              <a:spcBef>
                <a:spcPts val="0"/>
              </a:spcBef>
              <a:buNone/>
              <a:defRPr sz="800">
                <a:solidFill>
                  <a:schemeClr val="tx1"/>
                </a:solidFill>
              </a:defRPr>
            </a:lvl1pPr>
          </a:lstStyle>
          <a:p>
            <a:pPr lvl="0"/>
            <a:r>
              <a:rPr lang="fr-CA" dirty="0"/>
              <a:t>Nom du document si désiré</a:t>
            </a:r>
          </a:p>
        </p:txBody>
      </p:sp>
      <p:sp>
        <p:nvSpPr>
          <p:cNvPr id="5" name="Espace réservé du numéro de diapositive 5">
            <a:extLst>
              <a:ext uri="{FF2B5EF4-FFF2-40B4-BE49-F238E27FC236}">
                <a16:creationId xmlns:a16="http://schemas.microsoft.com/office/drawing/2014/main" id="{35038512-68EB-4AEC-96F3-92D4FAAB541E}"/>
              </a:ext>
            </a:extLst>
          </p:cNvPr>
          <p:cNvSpPr>
            <a:spLocks noGrp="1"/>
          </p:cNvSpPr>
          <p:nvPr>
            <p:ph type="sldNum" sz="quarter" idx="4"/>
          </p:nvPr>
        </p:nvSpPr>
        <p:spPr>
          <a:xfrm>
            <a:off x="6656884" y="4747021"/>
            <a:ext cx="2057400" cy="274637"/>
          </a:xfrm>
          <a:prstGeom prst="rect">
            <a:avLst/>
          </a:prstGeom>
        </p:spPr>
        <p:txBody>
          <a:bodyPr vert="horz" lIns="91440" tIns="45720" rIns="91440" bIns="45720" rtlCol="0" anchor="ctr"/>
          <a:lstStyle>
            <a:lvl1pPr algn="r">
              <a:defRPr sz="1200">
                <a:solidFill>
                  <a:schemeClr val="tx1"/>
                </a:solidFill>
              </a:defRPr>
            </a:lvl1pPr>
          </a:lstStyle>
          <a:p>
            <a:fld id="{A7D211A3-7575-492B-8E98-5F9B497A4866}" type="slidenum">
              <a:rPr lang="fr-CA" smtClean="0"/>
              <a:pPr/>
              <a:t>‹N°›</a:t>
            </a:fld>
            <a:endParaRPr lang="fr-CA" dirty="0"/>
          </a:p>
        </p:txBody>
      </p:sp>
      <p:sp>
        <p:nvSpPr>
          <p:cNvPr id="7" name="ZoneTexte 6">
            <a:extLst>
              <a:ext uri="{FF2B5EF4-FFF2-40B4-BE49-F238E27FC236}">
                <a16:creationId xmlns:a16="http://schemas.microsoft.com/office/drawing/2014/main" id="{2B4597A8-B4DA-FACF-9AF7-7BE7FCFBEEA0}"/>
              </a:ext>
            </a:extLst>
          </p:cNvPr>
          <p:cNvSpPr txBox="1"/>
          <p:nvPr userDrawn="1"/>
        </p:nvSpPr>
        <p:spPr>
          <a:xfrm>
            <a:off x="251520" y="195486"/>
            <a:ext cx="8640960"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1000" dirty="0">
                <a:solidFill>
                  <a:schemeClr val="tx2">
                    <a:lumMod val="20000"/>
                    <a:lumOff val="80000"/>
                  </a:schemeClr>
                </a:solidFill>
              </a:rPr>
              <a:t>Santé Québec </a:t>
            </a:r>
            <a:r>
              <a:rPr lang="fr-CA" sz="1000" dirty="0" smtClean="0">
                <a:solidFill>
                  <a:schemeClr val="tx2">
                    <a:lumMod val="20000"/>
                    <a:lumOff val="80000"/>
                  </a:schemeClr>
                </a:solidFill>
              </a:rPr>
              <a:t>Laurentides</a:t>
            </a:r>
            <a:endParaRPr lang="fr-CA" sz="1000" dirty="0">
              <a:solidFill>
                <a:schemeClr val="tx2">
                  <a:lumMod val="20000"/>
                  <a:lumOff val="80000"/>
                </a:schemeClr>
              </a:solidFill>
            </a:endParaRPr>
          </a:p>
          <a:p>
            <a:pPr algn="l"/>
            <a:endParaRPr lang="fr-CA" sz="1000" b="1" dirty="0">
              <a:solidFill>
                <a:schemeClr val="tx1">
                  <a:lumMod val="20000"/>
                  <a:lumOff val="80000"/>
                </a:schemeClr>
              </a:solidFill>
              <a:latin typeface="Segoe UI Light" panose="020B0502040204020203" pitchFamily="34" charset="0"/>
              <a:cs typeface="Segoe UI Light" panose="020B0502040204020203" pitchFamily="34" charset="0"/>
            </a:endParaRPr>
          </a:p>
        </p:txBody>
      </p:sp>
    </p:spTree>
    <p:extLst>
      <p:ext uri="{BB962C8B-B14F-4D97-AF65-F5344CB8AC3E}">
        <p14:creationId xmlns:p14="http://schemas.microsoft.com/office/powerpoint/2010/main" val="74118486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mparaison">
    <p:spTree>
      <p:nvGrpSpPr>
        <p:cNvPr id="1" name=""/>
        <p:cNvGrpSpPr/>
        <p:nvPr/>
      </p:nvGrpSpPr>
      <p:grpSpPr>
        <a:xfrm>
          <a:off x="0" y="0"/>
          <a:ext cx="0" cy="0"/>
          <a:chOff x="0" y="0"/>
          <a:chExt cx="0" cy="0"/>
        </a:xfrm>
      </p:grpSpPr>
      <p:sp>
        <p:nvSpPr>
          <p:cNvPr id="3" name="Espace réservé du texte 2">
            <a:extLst>
              <a:ext uri="{FF2B5EF4-FFF2-40B4-BE49-F238E27FC236}">
                <a16:creationId xmlns:a16="http://schemas.microsoft.com/office/drawing/2014/main" id="{02E46C65-A086-B040-D74A-542EAA35D26A}"/>
              </a:ext>
            </a:extLst>
          </p:cNvPr>
          <p:cNvSpPr>
            <a:spLocks noGrp="1"/>
          </p:cNvSpPr>
          <p:nvPr>
            <p:ph type="body" idx="1"/>
          </p:nvPr>
        </p:nvSpPr>
        <p:spPr>
          <a:xfrm>
            <a:off x="611560" y="1347614"/>
            <a:ext cx="3686249" cy="619125"/>
          </a:xfrm>
          <a:prstGeom prst="rect">
            <a:avLst/>
          </a:prstGeom>
        </p:spPr>
        <p:txBody>
          <a:bodyPr anchor="b">
            <a:noAutofit/>
          </a:bodyPr>
          <a:lstStyle>
            <a:lvl1pPr marL="0" indent="0">
              <a:buNone/>
              <a:defRPr sz="2000" b="1">
                <a:solidFill>
                  <a:schemeClr val="accent1"/>
                </a:solidFill>
                <a:latin typeface="Segoe UI Semibold" panose="020B0702040204020203" pitchFamily="34" charset="0"/>
                <a:cs typeface="Segoe UI Semibold" panose="020B07020402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dirty="0"/>
              <a:t>Cliquez pour modifier les styles du texte du masque</a:t>
            </a:r>
          </a:p>
        </p:txBody>
      </p:sp>
      <p:sp>
        <p:nvSpPr>
          <p:cNvPr id="4" name="Espace réservé du contenu 3">
            <a:extLst>
              <a:ext uri="{FF2B5EF4-FFF2-40B4-BE49-F238E27FC236}">
                <a16:creationId xmlns:a16="http://schemas.microsoft.com/office/drawing/2014/main" id="{265FF221-DC3B-FE1A-C8FF-95C2E2371E72}"/>
              </a:ext>
            </a:extLst>
          </p:cNvPr>
          <p:cNvSpPr>
            <a:spLocks noGrp="1"/>
          </p:cNvSpPr>
          <p:nvPr>
            <p:ph sz="half" idx="2"/>
          </p:nvPr>
        </p:nvSpPr>
        <p:spPr>
          <a:xfrm>
            <a:off x="611560" y="1966739"/>
            <a:ext cx="3686249" cy="2762250"/>
          </a:xfrm>
          <a:prstGeom prst="rect">
            <a:avLst/>
          </a:prstGeom>
        </p:spPr>
        <p:txBody>
          <a:bodyPr/>
          <a:lstStyle>
            <a:lvl1pPr>
              <a:defRPr sz="1800">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fr-CA" dirty="0"/>
          </a:p>
        </p:txBody>
      </p:sp>
      <p:sp>
        <p:nvSpPr>
          <p:cNvPr id="5" name="Espace réservé du texte 4">
            <a:extLst>
              <a:ext uri="{FF2B5EF4-FFF2-40B4-BE49-F238E27FC236}">
                <a16:creationId xmlns:a16="http://schemas.microsoft.com/office/drawing/2014/main" id="{A08EE838-7F54-8C72-878C-54C767CC446E}"/>
              </a:ext>
            </a:extLst>
          </p:cNvPr>
          <p:cNvSpPr>
            <a:spLocks noGrp="1"/>
          </p:cNvSpPr>
          <p:nvPr>
            <p:ph type="body" sz="quarter" idx="3"/>
          </p:nvPr>
        </p:nvSpPr>
        <p:spPr>
          <a:xfrm>
            <a:off x="4427984" y="1347614"/>
            <a:ext cx="3887788" cy="619125"/>
          </a:xfrm>
          <a:prstGeom prst="rect">
            <a:avLst/>
          </a:prstGeom>
        </p:spPr>
        <p:txBody>
          <a:bodyPr anchor="b">
            <a:noAutofit/>
          </a:bodyPr>
          <a:lstStyle>
            <a:lvl1pPr marL="0" indent="0">
              <a:buNone/>
              <a:defRPr sz="2000" b="1">
                <a:solidFill>
                  <a:schemeClr val="accent1"/>
                </a:solidFill>
                <a:latin typeface="Segoe UI Semibold" panose="020B0702040204020203" pitchFamily="34" charset="0"/>
                <a:cs typeface="Segoe UI Semibold" panose="020B07020402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dirty="0"/>
              <a:t>Cliquez pour modifier les styles du texte du masque</a:t>
            </a:r>
          </a:p>
        </p:txBody>
      </p:sp>
      <p:sp>
        <p:nvSpPr>
          <p:cNvPr id="6" name="Espace réservé du contenu 5">
            <a:extLst>
              <a:ext uri="{FF2B5EF4-FFF2-40B4-BE49-F238E27FC236}">
                <a16:creationId xmlns:a16="http://schemas.microsoft.com/office/drawing/2014/main" id="{F036F56F-E875-D014-551C-35E1DFC26348}"/>
              </a:ext>
            </a:extLst>
          </p:cNvPr>
          <p:cNvSpPr>
            <a:spLocks noGrp="1"/>
          </p:cNvSpPr>
          <p:nvPr>
            <p:ph sz="quarter" idx="4"/>
          </p:nvPr>
        </p:nvSpPr>
        <p:spPr>
          <a:xfrm>
            <a:off x="4427984" y="1966739"/>
            <a:ext cx="3887788" cy="2762250"/>
          </a:xfrm>
          <a:prstGeom prst="rect">
            <a:avLst/>
          </a:prstGeo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fr-CA" dirty="0"/>
          </a:p>
        </p:txBody>
      </p:sp>
      <p:sp>
        <p:nvSpPr>
          <p:cNvPr id="10" name="Espace réservé du texte 11">
            <a:extLst>
              <a:ext uri="{FF2B5EF4-FFF2-40B4-BE49-F238E27FC236}">
                <a16:creationId xmlns:a16="http://schemas.microsoft.com/office/drawing/2014/main" id="{98136E84-0E6C-6990-CFE3-102E24F1C1F5}"/>
              </a:ext>
            </a:extLst>
          </p:cNvPr>
          <p:cNvSpPr>
            <a:spLocks noGrp="1"/>
          </p:cNvSpPr>
          <p:nvPr>
            <p:ph type="body" sz="quarter" idx="13" hasCustomPrompt="1"/>
          </p:nvPr>
        </p:nvSpPr>
        <p:spPr>
          <a:xfrm>
            <a:off x="628650" y="555526"/>
            <a:ext cx="7885113" cy="503238"/>
          </a:xfrm>
          <a:prstGeom prst="rect">
            <a:avLst/>
          </a:prstGeom>
        </p:spPr>
        <p:txBody>
          <a:bodyPr/>
          <a:lstStyle>
            <a:lvl1pPr>
              <a:buNone/>
              <a:defRPr sz="2400">
                <a:solidFill>
                  <a:schemeClr val="bg1"/>
                </a:solidFill>
                <a:latin typeface="+mj-lt"/>
              </a:defRPr>
            </a:lvl1pPr>
          </a:lstStyle>
          <a:p>
            <a:pPr lvl="0"/>
            <a:r>
              <a:rPr lang="fr-FR" dirty="0"/>
              <a:t>Modifiez le style du titre</a:t>
            </a:r>
            <a:endParaRPr lang="fr-CA" dirty="0"/>
          </a:p>
        </p:txBody>
      </p:sp>
      <p:sp>
        <p:nvSpPr>
          <p:cNvPr id="8" name="Espace réservé du texte 7">
            <a:extLst>
              <a:ext uri="{FF2B5EF4-FFF2-40B4-BE49-F238E27FC236}">
                <a16:creationId xmlns:a16="http://schemas.microsoft.com/office/drawing/2014/main" id="{73BA19EF-4011-AE6D-22AF-948CE755A42B}"/>
              </a:ext>
            </a:extLst>
          </p:cNvPr>
          <p:cNvSpPr>
            <a:spLocks noGrp="1"/>
          </p:cNvSpPr>
          <p:nvPr>
            <p:ph type="body" sz="quarter" idx="14" hasCustomPrompt="1"/>
          </p:nvPr>
        </p:nvSpPr>
        <p:spPr>
          <a:xfrm>
            <a:off x="683568" y="4769070"/>
            <a:ext cx="3600400" cy="164998"/>
          </a:xfrm>
          <a:prstGeom prst="rect">
            <a:avLst/>
          </a:prstGeom>
        </p:spPr>
        <p:txBody>
          <a:bodyPr/>
          <a:lstStyle>
            <a:lvl1pPr algn="l">
              <a:spcBef>
                <a:spcPts val="0"/>
              </a:spcBef>
              <a:buNone/>
              <a:defRPr sz="800">
                <a:solidFill>
                  <a:schemeClr val="tx1"/>
                </a:solidFill>
              </a:defRPr>
            </a:lvl1pPr>
          </a:lstStyle>
          <a:p>
            <a:pPr lvl="0"/>
            <a:r>
              <a:rPr lang="fr-CA" dirty="0"/>
              <a:t>Nom du document si désiré</a:t>
            </a:r>
          </a:p>
        </p:txBody>
      </p:sp>
      <p:sp>
        <p:nvSpPr>
          <p:cNvPr id="7" name="Espace réservé du numéro de diapositive 5">
            <a:extLst>
              <a:ext uri="{FF2B5EF4-FFF2-40B4-BE49-F238E27FC236}">
                <a16:creationId xmlns:a16="http://schemas.microsoft.com/office/drawing/2014/main" id="{6F73C886-BD84-30DB-3144-8806F4770D17}"/>
              </a:ext>
            </a:extLst>
          </p:cNvPr>
          <p:cNvSpPr>
            <a:spLocks noGrp="1"/>
          </p:cNvSpPr>
          <p:nvPr>
            <p:ph type="sldNum" sz="quarter" idx="15"/>
          </p:nvPr>
        </p:nvSpPr>
        <p:spPr>
          <a:xfrm>
            <a:off x="6656884" y="4747021"/>
            <a:ext cx="2057400" cy="274637"/>
          </a:xfrm>
          <a:prstGeom prst="rect">
            <a:avLst/>
          </a:prstGeom>
        </p:spPr>
        <p:txBody>
          <a:bodyPr vert="horz" lIns="91440" tIns="45720" rIns="91440" bIns="45720" rtlCol="0" anchor="ctr"/>
          <a:lstStyle>
            <a:lvl1pPr algn="r">
              <a:defRPr sz="1200">
                <a:solidFill>
                  <a:schemeClr val="tx1"/>
                </a:solidFill>
              </a:defRPr>
            </a:lvl1pPr>
          </a:lstStyle>
          <a:p>
            <a:fld id="{A7D211A3-7575-492B-8E98-5F9B497A4866}" type="slidenum">
              <a:rPr lang="fr-CA" smtClean="0"/>
              <a:pPr/>
              <a:t>‹N°›</a:t>
            </a:fld>
            <a:endParaRPr lang="fr-CA" dirty="0"/>
          </a:p>
        </p:txBody>
      </p:sp>
      <p:sp>
        <p:nvSpPr>
          <p:cNvPr id="9" name="ZoneTexte 8">
            <a:extLst>
              <a:ext uri="{FF2B5EF4-FFF2-40B4-BE49-F238E27FC236}">
                <a16:creationId xmlns:a16="http://schemas.microsoft.com/office/drawing/2014/main" id="{6F691BF3-4EFA-7A04-91FB-F58B9F917A01}"/>
              </a:ext>
            </a:extLst>
          </p:cNvPr>
          <p:cNvSpPr txBox="1"/>
          <p:nvPr userDrawn="1"/>
        </p:nvSpPr>
        <p:spPr>
          <a:xfrm>
            <a:off x="251520" y="195486"/>
            <a:ext cx="8640960"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1000" dirty="0">
                <a:solidFill>
                  <a:schemeClr val="tx2">
                    <a:lumMod val="20000"/>
                    <a:lumOff val="80000"/>
                  </a:schemeClr>
                </a:solidFill>
              </a:rPr>
              <a:t>Santé Québec </a:t>
            </a:r>
            <a:r>
              <a:rPr lang="fr-CA" sz="1000" dirty="0" smtClean="0">
                <a:solidFill>
                  <a:schemeClr val="tx2">
                    <a:lumMod val="20000"/>
                    <a:lumOff val="80000"/>
                  </a:schemeClr>
                </a:solidFill>
              </a:rPr>
              <a:t>Laurentides</a:t>
            </a:r>
            <a:endParaRPr lang="fr-CA" sz="1000" dirty="0">
              <a:solidFill>
                <a:schemeClr val="tx2">
                  <a:lumMod val="20000"/>
                  <a:lumOff val="80000"/>
                </a:schemeClr>
              </a:solidFill>
            </a:endParaRPr>
          </a:p>
          <a:p>
            <a:pPr algn="l"/>
            <a:endParaRPr lang="fr-CA" sz="1000" b="1" dirty="0">
              <a:solidFill>
                <a:schemeClr val="tx1">
                  <a:lumMod val="20000"/>
                  <a:lumOff val="80000"/>
                </a:schemeClr>
              </a:solidFill>
              <a:latin typeface="Segoe UI Light" panose="020B0502040204020203" pitchFamily="34" charset="0"/>
              <a:cs typeface="Segoe UI Light" panose="020B0502040204020203" pitchFamily="34" charset="0"/>
            </a:endParaRPr>
          </a:p>
        </p:txBody>
      </p:sp>
    </p:spTree>
    <p:extLst>
      <p:ext uri="{BB962C8B-B14F-4D97-AF65-F5344CB8AC3E}">
        <p14:creationId xmlns:p14="http://schemas.microsoft.com/office/powerpoint/2010/main" val="109787442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u avec légende">
    <p:spTree>
      <p:nvGrpSpPr>
        <p:cNvPr id="1" name=""/>
        <p:cNvGrpSpPr/>
        <p:nvPr/>
      </p:nvGrpSpPr>
      <p:grpSpPr>
        <a:xfrm>
          <a:off x="0" y="0"/>
          <a:ext cx="0" cy="0"/>
          <a:chOff x="0" y="0"/>
          <a:chExt cx="0" cy="0"/>
        </a:xfrm>
      </p:grpSpPr>
      <p:sp>
        <p:nvSpPr>
          <p:cNvPr id="9" name="Titre 1">
            <a:extLst>
              <a:ext uri="{FF2B5EF4-FFF2-40B4-BE49-F238E27FC236}">
                <a16:creationId xmlns:a16="http://schemas.microsoft.com/office/drawing/2014/main" id="{7FDCBA3F-660B-5925-A289-200380D85CF3}"/>
              </a:ext>
            </a:extLst>
          </p:cNvPr>
          <p:cNvSpPr>
            <a:spLocks noGrp="1"/>
          </p:cNvSpPr>
          <p:nvPr>
            <p:ph type="title"/>
          </p:nvPr>
        </p:nvSpPr>
        <p:spPr>
          <a:xfrm>
            <a:off x="630238" y="1443608"/>
            <a:ext cx="2949575" cy="408062"/>
          </a:xfrm>
          <a:prstGeom prst="rect">
            <a:avLst/>
          </a:prstGeom>
        </p:spPr>
        <p:txBody>
          <a:bodyPr anchor="t" anchorCtr="0">
            <a:normAutofit/>
          </a:bodyPr>
          <a:lstStyle>
            <a:lvl1pPr>
              <a:defRPr sz="1800">
                <a:solidFill>
                  <a:schemeClr val="accent2"/>
                </a:solidFill>
              </a:defRPr>
            </a:lvl1pPr>
          </a:lstStyle>
          <a:p>
            <a:r>
              <a:rPr lang="fr-FR" dirty="0"/>
              <a:t>Modifiez le style du titre</a:t>
            </a:r>
            <a:endParaRPr lang="fr-CA" dirty="0"/>
          </a:p>
        </p:txBody>
      </p:sp>
      <p:sp>
        <p:nvSpPr>
          <p:cNvPr id="10" name="Espace réservé du texte 3">
            <a:extLst>
              <a:ext uri="{FF2B5EF4-FFF2-40B4-BE49-F238E27FC236}">
                <a16:creationId xmlns:a16="http://schemas.microsoft.com/office/drawing/2014/main" id="{CA642D2D-9BAA-E3E8-F217-7DD84A85E929}"/>
              </a:ext>
            </a:extLst>
          </p:cNvPr>
          <p:cNvSpPr>
            <a:spLocks noGrp="1"/>
          </p:cNvSpPr>
          <p:nvPr>
            <p:ph type="body" sz="half" idx="2"/>
          </p:nvPr>
        </p:nvSpPr>
        <p:spPr>
          <a:xfrm>
            <a:off x="630238" y="1923678"/>
            <a:ext cx="2949575" cy="2478460"/>
          </a:xfrm>
          <a:prstGeom prst="rect">
            <a:avLst/>
          </a:prstGeom>
        </p:spPr>
        <p:txBody>
          <a:bodyPr>
            <a:normAutofit/>
          </a:bodyPr>
          <a:lstStyle>
            <a:lvl1pPr marL="0" indent="0">
              <a:buNone/>
              <a:defRPr sz="1400">
                <a:solidFill>
                  <a:schemeClr val="tx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dirty="0"/>
              <a:t>Cliquez pour modifier les styles du texte du masque</a:t>
            </a:r>
          </a:p>
        </p:txBody>
      </p:sp>
      <p:sp>
        <p:nvSpPr>
          <p:cNvPr id="11" name="Espace réservé du contenu 5">
            <a:extLst>
              <a:ext uri="{FF2B5EF4-FFF2-40B4-BE49-F238E27FC236}">
                <a16:creationId xmlns:a16="http://schemas.microsoft.com/office/drawing/2014/main" id="{BD519BD6-5F05-F52C-19AF-58BD8D5F9A22}"/>
              </a:ext>
            </a:extLst>
          </p:cNvPr>
          <p:cNvSpPr>
            <a:spLocks noGrp="1"/>
          </p:cNvSpPr>
          <p:nvPr>
            <p:ph sz="quarter" idx="4"/>
          </p:nvPr>
        </p:nvSpPr>
        <p:spPr>
          <a:xfrm>
            <a:off x="3851920" y="1443608"/>
            <a:ext cx="4536504" cy="2958530"/>
          </a:xfrm>
          <a:prstGeom prst="rect">
            <a:avLst/>
          </a:prstGeo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fr-CA" dirty="0"/>
          </a:p>
        </p:txBody>
      </p:sp>
      <p:sp>
        <p:nvSpPr>
          <p:cNvPr id="2" name="Espace réservé du texte 11">
            <a:extLst>
              <a:ext uri="{FF2B5EF4-FFF2-40B4-BE49-F238E27FC236}">
                <a16:creationId xmlns:a16="http://schemas.microsoft.com/office/drawing/2014/main" id="{E6EBFC0C-6681-2AC1-3D4B-2727B170E10F}"/>
              </a:ext>
            </a:extLst>
          </p:cNvPr>
          <p:cNvSpPr>
            <a:spLocks noGrp="1"/>
          </p:cNvSpPr>
          <p:nvPr>
            <p:ph type="body" sz="quarter" idx="13" hasCustomPrompt="1"/>
          </p:nvPr>
        </p:nvSpPr>
        <p:spPr>
          <a:xfrm>
            <a:off x="628650" y="555526"/>
            <a:ext cx="7885113" cy="503238"/>
          </a:xfrm>
          <a:prstGeom prst="rect">
            <a:avLst/>
          </a:prstGeom>
        </p:spPr>
        <p:txBody>
          <a:bodyPr/>
          <a:lstStyle>
            <a:lvl1pPr>
              <a:buNone/>
              <a:defRPr sz="2400">
                <a:solidFill>
                  <a:schemeClr val="bg1"/>
                </a:solidFill>
                <a:latin typeface="+mj-lt"/>
              </a:defRPr>
            </a:lvl1pPr>
          </a:lstStyle>
          <a:p>
            <a:pPr lvl="0"/>
            <a:r>
              <a:rPr lang="fr-FR" dirty="0"/>
              <a:t>Modifiez le style du titre</a:t>
            </a:r>
            <a:endParaRPr lang="fr-CA" dirty="0"/>
          </a:p>
        </p:txBody>
      </p:sp>
      <p:sp>
        <p:nvSpPr>
          <p:cNvPr id="4" name="Espace réservé du numéro de diapositive 5">
            <a:extLst>
              <a:ext uri="{FF2B5EF4-FFF2-40B4-BE49-F238E27FC236}">
                <a16:creationId xmlns:a16="http://schemas.microsoft.com/office/drawing/2014/main" id="{DA7DC8EC-BC44-EF08-17BB-F76FBCB1C1B5}"/>
              </a:ext>
            </a:extLst>
          </p:cNvPr>
          <p:cNvSpPr>
            <a:spLocks noGrp="1"/>
          </p:cNvSpPr>
          <p:nvPr>
            <p:ph type="sldNum" sz="quarter" idx="14"/>
          </p:nvPr>
        </p:nvSpPr>
        <p:spPr>
          <a:xfrm>
            <a:off x="6656884" y="4747021"/>
            <a:ext cx="2057400" cy="274637"/>
          </a:xfrm>
          <a:prstGeom prst="rect">
            <a:avLst/>
          </a:prstGeom>
        </p:spPr>
        <p:txBody>
          <a:bodyPr vert="horz" lIns="91440" tIns="45720" rIns="91440" bIns="45720" rtlCol="0" anchor="ctr"/>
          <a:lstStyle>
            <a:lvl1pPr algn="r">
              <a:defRPr sz="1200">
                <a:solidFill>
                  <a:schemeClr val="tx1"/>
                </a:solidFill>
              </a:defRPr>
            </a:lvl1pPr>
          </a:lstStyle>
          <a:p>
            <a:fld id="{A7D211A3-7575-492B-8E98-5F9B497A4866}" type="slidenum">
              <a:rPr lang="fr-CA" smtClean="0"/>
              <a:pPr/>
              <a:t>‹N°›</a:t>
            </a:fld>
            <a:endParaRPr lang="fr-CA" dirty="0"/>
          </a:p>
        </p:txBody>
      </p:sp>
      <p:sp>
        <p:nvSpPr>
          <p:cNvPr id="6" name="Espace réservé du texte 7">
            <a:extLst>
              <a:ext uri="{FF2B5EF4-FFF2-40B4-BE49-F238E27FC236}">
                <a16:creationId xmlns:a16="http://schemas.microsoft.com/office/drawing/2014/main" id="{E301EB59-94BC-5071-E92A-9F4982ACCBB1}"/>
              </a:ext>
            </a:extLst>
          </p:cNvPr>
          <p:cNvSpPr>
            <a:spLocks noGrp="1"/>
          </p:cNvSpPr>
          <p:nvPr>
            <p:ph type="body" sz="quarter" idx="15" hasCustomPrompt="1"/>
          </p:nvPr>
        </p:nvSpPr>
        <p:spPr>
          <a:xfrm>
            <a:off x="683568" y="4769070"/>
            <a:ext cx="3600400" cy="164998"/>
          </a:xfrm>
          <a:prstGeom prst="rect">
            <a:avLst/>
          </a:prstGeom>
        </p:spPr>
        <p:txBody>
          <a:bodyPr/>
          <a:lstStyle>
            <a:lvl1pPr algn="l">
              <a:spcBef>
                <a:spcPts val="0"/>
              </a:spcBef>
              <a:buNone/>
              <a:defRPr sz="800">
                <a:solidFill>
                  <a:schemeClr val="tx1"/>
                </a:solidFill>
              </a:defRPr>
            </a:lvl1pPr>
          </a:lstStyle>
          <a:p>
            <a:pPr lvl="0"/>
            <a:r>
              <a:rPr lang="fr-CA" dirty="0"/>
              <a:t>Nom du document si désiré</a:t>
            </a:r>
          </a:p>
        </p:txBody>
      </p:sp>
      <p:sp>
        <p:nvSpPr>
          <p:cNvPr id="5" name="ZoneTexte 4">
            <a:extLst>
              <a:ext uri="{FF2B5EF4-FFF2-40B4-BE49-F238E27FC236}">
                <a16:creationId xmlns:a16="http://schemas.microsoft.com/office/drawing/2014/main" id="{4E8F7DB2-F1B5-39C2-4C35-59FC5A12C896}"/>
              </a:ext>
            </a:extLst>
          </p:cNvPr>
          <p:cNvSpPr txBox="1"/>
          <p:nvPr userDrawn="1"/>
        </p:nvSpPr>
        <p:spPr>
          <a:xfrm>
            <a:off x="251520" y="195486"/>
            <a:ext cx="8640960"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1000" dirty="0">
                <a:solidFill>
                  <a:schemeClr val="tx2">
                    <a:lumMod val="20000"/>
                    <a:lumOff val="80000"/>
                  </a:schemeClr>
                </a:solidFill>
              </a:rPr>
              <a:t>Santé Québec </a:t>
            </a:r>
            <a:r>
              <a:rPr lang="fr-CA" sz="1000" dirty="0" smtClean="0">
                <a:solidFill>
                  <a:schemeClr val="tx2">
                    <a:lumMod val="20000"/>
                    <a:lumOff val="80000"/>
                  </a:schemeClr>
                </a:solidFill>
              </a:rPr>
              <a:t>Laurentides</a:t>
            </a:r>
            <a:endParaRPr lang="fr-CA" sz="1000" dirty="0">
              <a:solidFill>
                <a:schemeClr val="tx2">
                  <a:lumMod val="20000"/>
                  <a:lumOff val="80000"/>
                </a:schemeClr>
              </a:solidFill>
            </a:endParaRPr>
          </a:p>
          <a:p>
            <a:pPr algn="l"/>
            <a:endParaRPr lang="fr-CA" sz="1000" b="1" dirty="0">
              <a:solidFill>
                <a:schemeClr val="tx1">
                  <a:lumMod val="20000"/>
                  <a:lumOff val="80000"/>
                </a:schemeClr>
              </a:solidFill>
              <a:latin typeface="Segoe UI Light" panose="020B0502040204020203" pitchFamily="34" charset="0"/>
              <a:cs typeface="Segoe UI Light" panose="020B0502040204020203" pitchFamily="34" charset="0"/>
            </a:endParaRPr>
          </a:p>
        </p:txBody>
      </p:sp>
    </p:spTree>
    <p:extLst>
      <p:ext uri="{BB962C8B-B14F-4D97-AF65-F5344CB8AC3E}">
        <p14:creationId xmlns:p14="http://schemas.microsoft.com/office/powerpoint/2010/main" val="20943082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Image avec légende">
    <p:spTree>
      <p:nvGrpSpPr>
        <p:cNvPr id="1" name=""/>
        <p:cNvGrpSpPr/>
        <p:nvPr/>
      </p:nvGrpSpPr>
      <p:grpSpPr>
        <a:xfrm>
          <a:off x="0" y="0"/>
          <a:ext cx="0" cy="0"/>
          <a:chOff x="0" y="0"/>
          <a:chExt cx="0" cy="0"/>
        </a:xfrm>
      </p:grpSpPr>
      <p:sp>
        <p:nvSpPr>
          <p:cNvPr id="3" name="Espace réservé pour une image  2">
            <a:extLst>
              <a:ext uri="{FF2B5EF4-FFF2-40B4-BE49-F238E27FC236}">
                <a16:creationId xmlns:a16="http://schemas.microsoft.com/office/drawing/2014/main" id="{2A0D24AB-732F-A91A-30A4-80AE6AC375AC}"/>
              </a:ext>
            </a:extLst>
          </p:cNvPr>
          <p:cNvSpPr>
            <a:spLocks noGrp="1"/>
          </p:cNvSpPr>
          <p:nvPr>
            <p:ph type="pic" idx="1"/>
          </p:nvPr>
        </p:nvSpPr>
        <p:spPr>
          <a:xfrm>
            <a:off x="3887788" y="1419622"/>
            <a:ext cx="4629150" cy="2976166"/>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CA" dirty="0"/>
          </a:p>
        </p:txBody>
      </p:sp>
      <p:sp>
        <p:nvSpPr>
          <p:cNvPr id="8" name="Titre 1">
            <a:extLst>
              <a:ext uri="{FF2B5EF4-FFF2-40B4-BE49-F238E27FC236}">
                <a16:creationId xmlns:a16="http://schemas.microsoft.com/office/drawing/2014/main" id="{FFB9C23A-9C94-B1D7-65F7-51FE539FB586}"/>
              </a:ext>
            </a:extLst>
          </p:cNvPr>
          <p:cNvSpPr>
            <a:spLocks noGrp="1"/>
          </p:cNvSpPr>
          <p:nvPr>
            <p:ph type="title"/>
          </p:nvPr>
        </p:nvSpPr>
        <p:spPr>
          <a:xfrm>
            <a:off x="630238" y="1443608"/>
            <a:ext cx="2949575" cy="408062"/>
          </a:xfrm>
          <a:prstGeom prst="rect">
            <a:avLst/>
          </a:prstGeom>
        </p:spPr>
        <p:txBody>
          <a:bodyPr anchor="t" anchorCtr="0">
            <a:normAutofit/>
          </a:bodyPr>
          <a:lstStyle>
            <a:lvl1pPr>
              <a:defRPr sz="1800">
                <a:solidFill>
                  <a:schemeClr val="accent2"/>
                </a:solidFill>
              </a:defRPr>
            </a:lvl1pPr>
          </a:lstStyle>
          <a:p>
            <a:r>
              <a:rPr lang="fr-FR" dirty="0"/>
              <a:t>Modifiez le style du titre</a:t>
            </a:r>
            <a:endParaRPr lang="fr-CA" dirty="0"/>
          </a:p>
        </p:txBody>
      </p:sp>
      <p:sp>
        <p:nvSpPr>
          <p:cNvPr id="9" name="Espace réservé du texte 3">
            <a:extLst>
              <a:ext uri="{FF2B5EF4-FFF2-40B4-BE49-F238E27FC236}">
                <a16:creationId xmlns:a16="http://schemas.microsoft.com/office/drawing/2014/main" id="{B355A042-F176-7C7F-3365-5185A8BB86B0}"/>
              </a:ext>
            </a:extLst>
          </p:cNvPr>
          <p:cNvSpPr>
            <a:spLocks noGrp="1"/>
          </p:cNvSpPr>
          <p:nvPr>
            <p:ph type="body" sz="half" idx="2"/>
          </p:nvPr>
        </p:nvSpPr>
        <p:spPr>
          <a:xfrm>
            <a:off x="630238" y="1923678"/>
            <a:ext cx="2949575" cy="2478460"/>
          </a:xfrm>
          <a:prstGeom prst="rect">
            <a:avLst/>
          </a:prstGeom>
        </p:spPr>
        <p:txBody>
          <a:bodyPr>
            <a:normAutofit/>
          </a:bodyPr>
          <a:lstStyle>
            <a:lvl1pPr marL="0" indent="0">
              <a:buNone/>
              <a:defRPr sz="1400">
                <a:solidFill>
                  <a:schemeClr val="tx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dirty="0"/>
              <a:t>Cliquez pour modifier les styles du texte du masque</a:t>
            </a:r>
          </a:p>
        </p:txBody>
      </p:sp>
      <p:sp>
        <p:nvSpPr>
          <p:cNvPr id="4" name="Espace réservé du texte 11">
            <a:extLst>
              <a:ext uri="{FF2B5EF4-FFF2-40B4-BE49-F238E27FC236}">
                <a16:creationId xmlns:a16="http://schemas.microsoft.com/office/drawing/2014/main" id="{0C456CEE-747E-611B-A6BB-6F2CBB7134D0}"/>
              </a:ext>
            </a:extLst>
          </p:cNvPr>
          <p:cNvSpPr>
            <a:spLocks noGrp="1"/>
          </p:cNvSpPr>
          <p:nvPr>
            <p:ph type="body" sz="quarter" idx="13" hasCustomPrompt="1"/>
          </p:nvPr>
        </p:nvSpPr>
        <p:spPr>
          <a:xfrm>
            <a:off x="628650" y="555526"/>
            <a:ext cx="7885113" cy="503238"/>
          </a:xfrm>
          <a:prstGeom prst="rect">
            <a:avLst/>
          </a:prstGeom>
        </p:spPr>
        <p:txBody>
          <a:bodyPr/>
          <a:lstStyle>
            <a:lvl1pPr>
              <a:buNone/>
              <a:defRPr sz="2400">
                <a:solidFill>
                  <a:schemeClr val="bg1"/>
                </a:solidFill>
                <a:latin typeface="+mj-lt"/>
              </a:defRPr>
            </a:lvl1pPr>
          </a:lstStyle>
          <a:p>
            <a:pPr lvl="0"/>
            <a:r>
              <a:rPr lang="fr-FR" dirty="0"/>
              <a:t>Modifiez le style du titre</a:t>
            </a:r>
            <a:endParaRPr lang="fr-CA" dirty="0"/>
          </a:p>
        </p:txBody>
      </p:sp>
      <p:sp>
        <p:nvSpPr>
          <p:cNvPr id="6" name="Espace réservé du texte 7">
            <a:extLst>
              <a:ext uri="{FF2B5EF4-FFF2-40B4-BE49-F238E27FC236}">
                <a16:creationId xmlns:a16="http://schemas.microsoft.com/office/drawing/2014/main" id="{B196B6CC-CF2B-96C5-D2BB-33611227E1A2}"/>
              </a:ext>
            </a:extLst>
          </p:cNvPr>
          <p:cNvSpPr>
            <a:spLocks noGrp="1"/>
          </p:cNvSpPr>
          <p:nvPr>
            <p:ph type="body" sz="quarter" idx="14" hasCustomPrompt="1"/>
          </p:nvPr>
        </p:nvSpPr>
        <p:spPr>
          <a:xfrm>
            <a:off x="683568" y="4769070"/>
            <a:ext cx="3600400" cy="164998"/>
          </a:xfrm>
          <a:prstGeom prst="rect">
            <a:avLst/>
          </a:prstGeom>
        </p:spPr>
        <p:txBody>
          <a:bodyPr/>
          <a:lstStyle>
            <a:lvl1pPr algn="l">
              <a:spcBef>
                <a:spcPts val="0"/>
              </a:spcBef>
              <a:buNone/>
              <a:defRPr sz="800">
                <a:solidFill>
                  <a:schemeClr val="tx1"/>
                </a:solidFill>
              </a:defRPr>
            </a:lvl1pPr>
          </a:lstStyle>
          <a:p>
            <a:pPr lvl="0"/>
            <a:r>
              <a:rPr lang="fr-CA" dirty="0"/>
              <a:t>Nom du document si désiré</a:t>
            </a:r>
          </a:p>
        </p:txBody>
      </p:sp>
      <p:sp>
        <p:nvSpPr>
          <p:cNvPr id="5" name="Espace réservé du numéro de diapositive 5">
            <a:extLst>
              <a:ext uri="{FF2B5EF4-FFF2-40B4-BE49-F238E27FC236}">
                <a16:creationId xmlns:a16="http://schemas.microsoft.com/office/drawing/2014/main" id="{C9A44764-23AF-2238-200C-81ADFFB7B5FA}"/>
              </a:ext>
            </a:extLst>
          </p:cNvPr>
          <p:cNvSpPr>
            <a:spLocks noGrp="1"/>
          </p:cNvSpPr>
          <p:nvPr>
            <p:ph type="sldNum" sz="quarter" idx="4"/>
          </p:nvPr>
        </p:nvSpPr>
        <p:spPr>
          <a:xfrm>
            <a:off x="6656884" y="4747021"/>
            <a:ext cx="2057400" cy="274637"/>
          </a:xfrm>
          <a:prstGeom prst="rect">
            <a:avLst/>
          </a:prstGeom>
        </p:spPr>
        <p:txBody>
          <a:bodyPr vert="horz" lIns="91440" tIns="45720" rIns="91440" bIns="45720" rtlCol="0" anchor="ctr"/>
          <a:lstStyle>
            <a:lvl1pPr algn="r">
              <a:defRPr sz="1200">
                <a:solidFill>
                  <a:schemeClr val="tx1"/>
                </a:solidFill>
              </a:defRPr>
            </a:lvl1pPr>
          </a:lstStyle>
          <a:p>
            <a:fld id="{A7D211A3-7575-492B-8E98-5F9B497A4866}" type="slidenum">
              <a:rPr lang="fr-CA" smtClean="0"/>
              <a:pPr/>
              <a:t>‹N°›</a:t>
            </a:fld>
            <a:endParaRPr lang="fr-CA" dirty="0"/>
          </a:p>
        </p:txBody>
      </p:sp>
      <p:sp>
        <p:nvSpPr>
          <p:cNvPr id="7" name="ZoneTexte 6">
            <a:extLst>
              <a:ext uri="{FF2B5EF4-FFF2-40B4-BE49-F238E27FC236}">
                <a16:creationId xmlns:a16="http://schemas.microsoft.com/office/drawing/2014/main" id="{FBF28B30-F13E-939B-744A-E26565B005C8}"/>
              </a:ext>
            </a:extLst>
          </p:cNvPr>
          <p:cNvSpPr txBox="1"/>
          <p:nvPr userDrawn="1"/>
        </p:nvSpPr>
        <p:spPr>
          <a:xfrm>
            <a:off x="251520" y="195486"/>
            <a:ext cx="8640960"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1000" dirty="0">
                <a:solidFill>
                  <a:schemeClr val="tx2">
                    <a:lumMod val="20000"/>
                    <a:lumOff val="80000"/>
                  </a:schemeClr>
                </a:solidFill>
              </a:rPr>
              <a:t>Santé Québec </a:t>
            </a:r>
            <a:r>
              <a:rPr lang="fr-CA" sz="1000" dirty="0" smtClean="0">
                <a:solidFill>
                  <a:schemeClr val="tx2">
                    <a:lumMod val="20000"/>
                    <a:lumOff val="80000"/>
                  </a:schemeClr>
                </a:solidFill>
              </a:rPr>
              <a:t>Laurentides</a:t>
            </a:r>
            <a:endParaRPr lang="fr-CA" sz="1000" dirty="0">
              <a:solidFill>
                <a:schemeClr val="tx2">
                  <a:lumMod val="20000"/>
                  <a:lumOff val="80000"/>
                </a:schemeClr>
              </a:solidFill>
            </a:endParaRPr>
          </a:p>
          <a:p>
            <a:pPr algn="l"/>
            <a:endParaRPr lang="fr-CA" sz="1000" b="1" dirty="0">
              <a:solidFill>
                <a:schemeClr val="tx1">
                  <a:lumMod val="20000"/>
                  <a:lumOff val="80000"/>
                </a:schemeClr>
              </a:solidFill>
              <a:latin typeface="Segoe UI Light" panose="020B0502040204020203" pitchFamily="34" charset="0"/>
              <a:cs typeface="Segoe UI Light" panose="020B0502040204020203" pitchFamily="34" charset="0"/>
            </a:endParaRPr>
          </a:p>
        </p:txBody>
      </p:sp>
    </p:spTree>
    <p:extLst>
      <p:ext uri="{BB962C8B-B14F-4D97-AF65-F5344CB8AC3E}">
        <p14:creationId xmlns:p14="http://schemas.microsoft.com/office/powerpoint/2010/main" val="80040744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re et contenu">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60B5EE86-FD03-6366-0D40-616B182F2EE7}"/>
              </a:ext>
            </a:extLst>
          </p:cNvPr>
          <p:cNvSpPr>
            <a:spLocks noGrp="1"/>
          </p:cNvSpPr>
          <p:nvPr>
            <p:ph idx="1"/>
          </p:nvPr>
        </p:nvSpPr>
        <p:spPr>
          <a:xfrm>
            <a:off x="628650" y="1370013"/>
            <a:ext cx="7886700" cy="3262312"/>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5" name="Espace réservé du texte 11">
            <a:extLst>
              <a:ext uri="{FF2B5EF4-FFF2-40B4-BE49-F238E27FC236}">
                <a16:creationId xmlns:a16="http://schemas.microsoft.com/office/drawing/2014/main" id="{1ACA827D-FE87-4970-1AC9-62C53A314721}"/>
              </a:ext>
            </a:extLst>
          </p:cNvPr>
          <p:cNvSpPr>
            <a:spLocks noGrp="1"/>
          </p:cNvSpPr>
          <p:nvPr>
            <p:ph type="body" sz="quarter" idx="13" hasCustomPrompt="1"/>
          </p:nvPr>
        </p:nvSpPr>
        <p:spPr>
          <a:xfrm>
            <a:off x="628650" y="555526"/>
            <a:ext cx="7885113" cy="503238"/>
          </a:xfrm>
          <a:prstGeom prst="rect">
            <a:avLst/>
          </a:prstGeom>
        </p:spPr>
        <p:txBody>
          <a:bodyPr/>
          <a:lstStyle>
            <a:lvl1pPr>
              <a:buNone/>
              <a:defRPr sz="2400">
                <a:solidFill>
                  <a:schemeClr val="tx1"/>
                </a:solidFill>
                <a:latin typeface="+mj-lt"/>
              </a:defRPr>
            </a:lvl1pPr>
          </a:lstStyle>
          <a:p>
            <a:pPr lvl="0"/>
            <a:r>
              <a:rPr lang="fr-FR" dirty="0"/>
              <a:t>Modifiez le style du titre</a:t>
            </a:r>
            <a:endParaRPr lang="fr-CA" dirty="0"/>
          </a:p>
        </p:txBody>
      </p:sp>
      <p:sp>
        <p:nvSpPr>
          <p:cNvPr id="7" name="Espace réservé du texte 7">
            <a:extLst>
              <a:ext uri="{FF2B5EF4-FFF2-40B4-BE49-F238E27FC236}">
                <a16:creationId xmlns:a16="http://schemas.microsoft.com/office/drawing/2014/main" id="{1300EEE6-598D-05B4-001F-640DB6AF6A15}"/>
              </a:ext>
            </a:extLst>
          </p:cNvPr>
          <p:cNvSpPr>
            <a:spLocks noGrp="1"/>
          </p:cNvSpPr>
          <p:nvPr>
            <p:ph type="body" sz="quarter" idx="14" hasCustomPrompt="1"/>
          </p:nvPr>
        </p:nvSpPr>
        <p:spPr>
          <a:xfrm>
            <a:off x="683568" y="4769070"/>
            <a:ext cx="3600400" cy="164998"/>
          </a:xfrm>
          <a:prstGeom prst="rect">
            <a:avLst/>
          </a:prstGeom>
        </p:spPr>
        <p:txBody>
          <a:bodyPr/>
          <a:lstStyle>
            <a:lvl1pPr algn="l">
              <a:spcBef>
                <a:spcPts val="0"/>
              </a:spcBef>
              <a:buNone/>
              <a:defRPr sz="800">
                <a:solidFill>
                  <a:schemeClr val="tx1"/>
                </a:solidFill>
              </a:defRPr>
            </a:lvl1pPr>
          </a:lstStyle>
          <a:p>
            <a:pPr lvl="0"/>
            <a:r>
              <a:rPr lang="fr-CA" dirty="0"/>
              <a:t>Nom du document si désiré</a:t>
            </a:r>
          </a:p>
        </p:txBody>
      </p:sp>
      <p:sp>
        <p:nvSpPr>
          <p:cNvPr id="4" name="Espace réservé du numéro de diapositive 5">
            <a:extLst>
              <a:ext uri="{FF2B5EF4-FFF2-40B4-BE49-F238E27FC236}">
                <a16:creationId xmlns:a16="http://schemas.microsoft.com/office/drawing/2014/main" id="{04BEB28B-DC8F-BCA3-47F3-3ADD249F9E97}"/>
              </a:ext>
            </a:extLst>
          </p:cNvPr>
          <p:cNvSpPr>
            <a:spLocks noGrp="1"/>
          </p:cNvSpPr>
          <p:nvPr>
            <p:ph type="sldNum" sz="quarter" idx="4"/>
          </p:nvPr>
        </p:nvSpPr>
        <p:spPr>
          <a:xfrm>
            <a:off x="6656884" y="4747021"/>
            <a:ext cx="2057400" cy="274637"/>
          </a:xfrm>
          <a:prstGeom prst="rect">
            <a:avLst/>
          </a:prstGeom>
        </p:spPr>
        <p:txBody>
          <a:bodyPr vert="horz" lIns="91440" tIns="45720" rIns="91440" bIns="45720" rtlCol="0" anchor="ctr"/>
          <a:lstStyle>
            <a:lvl1pPr algn="r">
              <a:defRPr sz="1200">
                <a:solidFill>
                  <a:schemeClr val="tx1"/>
                </a:solidFill>
              </a:defRPr>
            </a:lvl1pPr>
          </a:lstStyle>
          <a:p>
            <a:fld id="{A7D211A3-7575-492B-8E98-5F9B497A4866}" type="slidenum">
              <a:rPr lang="fr-CA" smtClean="0"/>
              <a:pPr/>
              <a:t>‹N°›</a:t>
            </a:fld>
            <a:endParaRPr lang="fr-CA" dirty="0"/>
          </a:p>
        </p:txBody>
      </p:sp>
      <p:sp>
        <p:nvSpPr>
          <p:cNvPr id="6" name="ZoneTexte 5">
            <a:extLst>
              <a:ext uri="{FF2B5EF4-FFF2-40B4-BE49-F238E27FC236}">
                <a16:creationId xmlns:a16="http://schemas.microsoft.com/office/drawing/2014/main" id="{F3994220-6344-81DC-E7A4-34334C825EFA}"/>
              </a:ext>
            </a:extLst>
          </p:cNvPr>
          <p:cNvSpPr txBox="1"/>
          <p:nvPr userDrawn="1"/>
        </p:nvSpPr>
        <p:spPr>
          <a:xfrm>
            <a:off x="251520" y="195486"/>
            <a:ext cx="8640960"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1000" dirty="0">
                <a:solidFill>
                  <a:schemeClr val="tx1"/>
                </a:solidFill>
              </a:rPr>
              <a:t>Santé Québec </a:t>
            </a:r>
            <a:r>
              <a:rPr lang="fr-CA" sz="1000" dirty="0" smtClean="0">
                <a:solidFill>
                  <a:schemeClr val="tx1"/>
                </a:solidFill>
              </a:rPr>
              <a:t>Laurentides</a:t>
            </a:r>
            <a:endParaRPr lang="fr-CA" sz="1000" dirty="0">
              <a:solidFill>
                <a:schemeClr val="tx1"/>
              </a:solidFill>
            </a:endParaRPr>
          </a:p>
          <a:p>
            <a:pPr algn="l"/>
            <a:endParaRPr lang="fr-CA" sz="1000" b="1" dirty="0">
              <a:solidFill>
                <a:schemeClr val="tx1">
                  <a:lumMod val="20000"/>
                  <a:lumOff val="80000"/>
                </a:schemeClr>
              </a:solidFill>
              <a:latin typeface="Segoe UI Light" panose="020B0502040204020203" pitchFamily="34" charset="0"/>
              <a:cs typeface="Segoe UI Light" panose="020B0502040204020203" pitchFamily="34" charset="0"/>
            </a:endParaRPr>
          </a:p>
        </p:txBody>
      </p:sp>
    </p:spTree>
    <p:extLst>
      <p:ext uri="{BB962C8B-B14F-4D97-AF65-F5344CB8AC3E}">
        <p14:creationId xmlns:p14="http://schemas.microsoft.com/office/powerpoint/2010/main" val="4865124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59E568C-A0C0-6EB5-DC90-44AC5793AF45}"/>
              </a:ext>
            </a:extLst>
          </p:cNvPr>
          <p:cNvSpPr>
            <a:spLocks noGrp="1"/>
          </p:cNvSpPr>
          <p:nvPr>
            <p:ph type="title"/>
          </p:nvPr>
        </p:nvSpPr>
        <p:spPr>
          <a:xfrm>
            <a:off x="630238" y="1443608"/>
            <a:ext cx="2949575" cy="408062"/>
          </a:xfrm>
          <a:prstGeom prst="rect">
            <a:avLst/>
          </a:prstGeom>
        </p:spPr>
        <p:txBody>
          <a:bodyPr anchor="t" anchorCtr="0">
            <a:normAutofit/>
          </a:bodyPr>
          <a:lstStyle>
            <a:lvl1pPr>
              <a:defRPr sz="1800">
                <a:solidFill>
                  <a:schemeClr val="accent1"/>
                </a:solidFill>
              </a:defRPr>
            </a:lvl1pPr>
          </a:lstStyle>
          <a:p>
            <a:r>
              <a:rPr lang="fr-FR" dirty="0"/>
              <a:t>Modifiez le style du titre</a:t>
            </a:r>
            <a:endParaRPr lang="fr-CA" dirty="0"/>
          </a:p>
        </p:txBody>
      </p:sp>
      <p:sp>
        <p:nvSpPr>
          <p:cNvPr id="5" name="Espace réservé du texte 3">
            <a:extLst>
              <a:ext uri="{FF2B5EF4-FFF2-40B4-BE49-F238E27FC236}">
                <a16:creationId xmlns:a16="http://schemas.microsoft.com/office/drawing/2014/main" id="{81C5B41E-09AB-998E-F3AA-CE096360E41B}"/>
              </a:ext>
            </a:extLst>
          </p:cNvPr>
          <p:cNvSpPr>
            <a:spLocks noGrp="1"/>
          </p:cNvSpPr>
          <p:nvPr>
            <p:ph type="body" sz="half" idx="2" hasCustomPrompt="1"/>
          </p:nvPr>
        </p:nvSpPr>
        <p:spPr>
          <a:xfrm>
            <a:off x="630238" y="1923678"/>
            <a:ext cx="7885112" cy="2478460"/>
          </a:xfrm>
          <a:prstGeom prst="rect">
            <a:avLst/>
          </a:prstGeom>
        </p:spPr>
        <p:txBody>
          <a:bodyPr numCol="2" spcCol="540000">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dirty="0"/>
              <a:t>Cliquez pour modifier les styles du texte du masque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fr-FR"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fr-FR"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fr-FR"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fr-FR"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fr-FR"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fr-FR"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dirty="0"/>
              <a:t>Cliquez pour modifier les styles du texte du masque</a:t>
            </a:r>
          </a:p>
          <a:p>
            <a:pPr lvl="0"/>
            <a:endParaRPr lang="fr-FR" dirty="0"/>
          </a:p>
        </p:txBody>
      </p:sp>
      <p:sp>
        <p:nvSpPr>
          <p:cNvPr id="9" name="Espace réservé du texte 11">
            <a:extLst>
              <a:ext uri="{FF2B5EF4-FFF2-40B4-BE49-F238E27FC236}">
                <a16:creationId xmlns:a16="http://schemas.microsoft.com/office/drawing/2014/main" id="{AF870812-1A17-F9CA-7B22-773A5317D29B}"/>
              </a:ext>
            </a:extLst>
          </p:cNvPr>
          <p:cNvSpPr>
            <a:spLocks noGrp="1"/>
          </p:cNvSpPr>
          <p:nvPr>
            <p:ph type="body" sz="quarter" idx="13" hasCustomPrompt="1"/>
          </p:nvPr>
        </p:nvSpPr>
        <p:spPr>
          <a:xfrm>
            <a:off x="628650" y="555526"/>
            <a:ext cx="7885113" cy="503238"/>
          </a:xfrm>
          <a:prstGeom prst="rect">
            <a:avLst/>
          </a:prstGeom>
        </p:spPr>
        <p:txBody>
          <a:bodyPr/>
          <a:lstStyle>
            <a:lvl1pPr>
              <a:buNone/>
              <a:defRPr sz="2400">
                <a:solidFill>
                  <a:schemeClr val="tx1"/>
                </a:solidFill>
                <a:latin typeface="+mj-lt"/>
              </a:defRPr>
            </a:lvl1pPr>
          </a:lstStyle>
          <a:p>
            <a:pPr lvl="0"/>
            <a:r>
              <a:rPr lang="fr-FR" dirty="0"/>
              <a:t>Modifiez le style du titre</a:t>
            </a:r>
            <a:endParaRPr lang="fr-CA" dirty="0"/>
          </a:p>
        </p:txBody>
      </p:sp>
      <p:sp>
        <p:nvSpPr>
          <p:cNvPr id="3" name="Espace réservé du texte 7">
            <a:extLst>
              <a:ext uri="{FF2B5EF4-FFF2-40B4-BE49-F238E27FC236}">
                <a16:creationId xmlns:a16="http://schemas.microsoft.com/office/drawing/2014/main" id="{C1ADA42C-285F-FA3F-5002-D309A418FB80}"/>
              </a:ext>
            </a:extLst>
          </p:cNvPr>
          <p:cNvSpPr>
            <a:spLocks noGrp="1"/>
          </p:cNvSpPr>
          <p:nvPr>
            <p:ph type="body" sz="quarter" idx="14" hasCustomPrompt="1"/>
          </p:nvPr>
        </p:nvSpPr>
        <p:spPr>
          <a:xfrm>
            <a:off x="683568" y="4769070"/>
            <a:ext cx="3600400" cy="164998"/>
          </a:xfrm>
          <a:prstGeom prst="rect">
            <a:avLst/>
          </a:prstGeom>
        </p:spPr>
        <p:txBody>
          <a:bodyPr/>
          <a:lstStyle>
            <a:lvl1pPr algn="l">
              <a:spcBef>
                <a:spcPts val="0"/>
              </a:spcBef>
              <a:buNone/>
              <a:defRPr sz="800">
                <a:solidFill>
                  <a:schemeClr val="tx1"/>
                </a:solidFill>
              </a:defRPr>
            </a:lvl1pPr>
          </a:lstStyle>
          <a:p>
            <a:pPr lvl="0"/>
            <a:r>
              <a:rPr lang="fr-CA" dirty="0"/>
              <a:t>Nom du document si désiré</a:t>
            </a:r>
          </a:p>
        </p:txBody>
      </p:sp>
      <p:sp>
        <p:nvSpPr>
          <p:cNvPr id="4" name="Espace réservé du numéro de diapositive 5">
            <a:extLst>
              <a:ext uri="{FF2B5EF4-FFF2-40B4-BE49-F238E27FC236}">
                <a16:creationId xmlns:a16="http://schemas.microsoft.com/office/drawing/2014/main" id="{42921B64-C7B0-B894-8278-1AA192835BD3}"/>
              </a:ext>
            </a:extLst>
          </p:cNvPr>
          <p:cNvSpPr>
            <a:spLocks noGrp="1"/>
          </p:cNvSpPr>
          <p:nvPr>
            <p:ph type="sldNum" sz="quarter" idx="4"/>
          </p:nvPr>
        </p:nvSpPr>
        <p:spPr>
          <a:xfrm>
            <a:off x="6656884" y="4747021"/>
            <a:ext cx="2057400" cy="274637"/>
          </a:xfrm>
          <a:prstGeom prst="rect">
            <a:avLst/>
          </a:prstGeom>
        </p:spPr>
        <p:txBody>
          <a:bodyPr vert="horz" lIns="91440" tIns="45720" rIns="91440" bIns="45720" rtlCol="0" anchor="ctr"/>
          <a:lstStyle>
            <a:lvl1pPr algn="r">
              <a:defRPr sz="1200">
                <a:solidFill>
                  <a:schemeClr val="tx1"/>
                </a:solidFill>
              </a:defRPr>
            </a:lvl1pPr>
          </a:lstStyle>
          <a:p>
            <a:fld id="{A7D211A3-7575-492B-8E98-5F9B497A4866}" type="slidenum">
              <a:rPr lang="fr-CA" smtClean="0"/>
              <a:pPr/>
              <a:t>‹N°›</a:t>
            </a:fld>
            <a:endParaRPr lang="fr-CA" dirty="0"/>
          </a:p>
        </p:txBody>
      </p:sp>
      <p:sp>
        <p:nvSpPr>
          <p:cNvPr id="6" name="ZoneTexte 5">
            <a:extLst>
              <a:ext uri="{FF2B5EF4-FFF2-40B4-BE49-F238E27FC236}">
                <a16:creationId xmlns:a16="http://schemas.microsoft.com/office/drawing/2014/main" id="{08572264-5B12-C685-3B1C-D2A50F0259F0}"/>
              </a:ext>
            </a:extLst>
          </p:cNvPr>
          <p:cNvSpPr txBox="1"/>
          <p:nvPr userDrawn="1"/>
        </p:nvSpPr>
        <p:spPr>
          <a:xfrm>
            <a:off x="251520" y="195486"/>
            <a:ext cx="8640960"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1000" dirty="0">
                <a:solidFill>
                  <a:schemeClr val="tx1"/>
                </a:solidFill>
              </a:rPr>
              <a:t>Santé Québec </a:t>
            </a:r>
            <a:r>
              <a:rPr lang="fr-CA" sz="1000" dirty="0" smtClean="0">
                <a:solidFill>
                  <a:schemeClr val="tx1"/>
                </a:solidFill>
              </a:rPr>
              <a:t>Laurentides</a:t>
            </a:r>
            <a:endParaRPr lang="fr-CA" sz="1000" dirty="0">
              <a:solidFill>
                <a:schemeClr val="tx1"/>
              </a:solidFill>
            </a:endParaRPr>
          </a:p>
          <a:p>
            <a:pPr algn="l"/>
            <a:endParaRPr lang="fr-CA" sz="1000" b="1" dirty="0">
              <a:solidFill>
                <a:schemeClr val="tx1">
                  <a:lumMod val="20000"/>
                  <a:lumOff val="80000"/>
                </a:schemeClr>
              </a:solidFill>
              <a:latin typeface="Segoe UI Light" panose="020B0502040204020203" pitchFamily="34" charset="0"/>
              <a:cs typeface="Segoe UI Light" panose="020B0502040204020203" pitchFamily="34" charset="0"/>
            </a:endParaRPr>
          </a:p>
        </p:txBody>
      </p:sp>
    </p:spTree>
    <p:extLst>
      <p:ext uri="{BB962C8B-B14F-4D97-AF65-F5344CB8AC3E}">
        <p14:creationId xmlns:p14="http://schemas.microsoft.com/office/powerpoint/2010/main" val="307545715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Deux contenus">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77622D76-894D-AD1F-EC10-550A6729AFBD}"/>
              </a:ext>
            </a:extLst>
          </p:cNvPr>
          <p:cNvSpPr>
            <a:spLocks noGrp="1"/>
          </p:cNvSpPr>
          <p:nvPr>
            <p:ph sz="half" idx="1"/>
          </p:nvPr>
        </p:nvSpPr>
        <p:spPr>
          <a:xfrm>
            <a:off x="628650" y="1370013"/>
            <a:ext cx="3867150" cy="3262312"/>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u contenu 3">
            <a:extLst>
              <a:ext uri="{FF2B5EF4-FFF2-40B4-BE49-F238E27FC236}">
                <a16:creationId xmlns:a16="http://schemas.microsoft.com/office/drawing/2014/main" id="{352C815A-933C-BE6D-E91F-0AB38952DC14}"/>
              </a:ext>
            </a:extLst>
          </p:cNvPr>
          <p:cNvSpPr>
            <a:spLocks noGrp="1"/>
          </p:cNvSpPr>
          <p:nvPr>
            <p:ph sz="half" idx="2"/>
          </p:nvPr>
        </p:nvSpPr>
        <p:spPr>
          <a:xfrm>
            <a:off x="4648200" y="1370013"/>
            <a:ext cx="3867150" cy="3262312"/>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6" name="Espace réservé du texte 11">
            <a:extLst>
              <a:ext uri="{FF2B5EF4-FFF2-40B4-BE49-F238E27FC236}">
                <a16:creationId xmlns:a16="http://schemas.microsoft.com/office/drawing/2014/main" id="{9E0C42DB-65BF-BE1A-9AFE-2B92DEACE15C}"/>
              </a:ext>
            </a:extLst>
          </p:cNvPr>
          <p:cNvSpPr>
            <a:spLocks noGrp="1"/>
          </p:cNvSpPr>
          <p:nvPr>
            <p:ph type="body" sz="quarter" idx="13" hasCustomPrompt="1"/>
          </p:nvPr>
        </p:nvSpPr>
        <p:spPr>
          <a:xfrm>
            <a:off x="628650" y="555526"/>
            <a:ext cx="7885113" cy="503238"/>
          </a:xfrm>
          <a:prstGeom prst="rect">
            <a:avLst/>
          </a:prstGeom>
        </p:spPr>
        <p:txBody>
          <a:bodyPr/>
          <a:lstStyle>
            <a:lvl1pPr>
              <a:buNone/>
              <a:defRPr sz="2400">
                <a:solidFill>
                  <a:schemeClr val="tx1"/>
                </a:solidFill>
                <a:latin typeface="+mj-lt"/>
              </a:defRPr>
            </a:lvl1pPr>
          </a:lstStyle>
          <a:p>
            <a:pPr lvl="0"/>
            <a:r>
              <a:rPr lang="fr-FR" dirty="0"/>
              <a:t>Modifiez le style du titre</a:t>
            </a:r>
            <a:endParaRPr lang="fr-CA" dirty="0"/>
          </a:p>
        </p:txBody>
      </p:sp>
      <p:sp>
        <p:nvSpPr>
          <p:cNvPr id="8" name="Espace réservé du texte 7">
            <a:extLst>
              <a:ext uri="{FF2B5EF4-FFF2-40B4-BE49-F238E27FC236}">
                <a16:creationId xmlns:a16="http://schemas.microsoft.com/office/drawing/2014/main" id="{8C8D0AAA-5C26-0DBA-CE3A-7BD8AF3E6911}"/>
              </a:ext>
            </a:extLst>
          </p:cNvPr>
          <p:cNvSpPr>
            <a:spLocks noGrp="1"/>
          </p:cNvSpPr>
          <p:nvPr>
            <p:ph type="body" sz="quarter" idx="14" hasCustomPrompt="1"/>
          </p:nvPr>
        </p:nvSpPr>
        <p:spPr>
          <a:xfrm>
            <a:off x="683568" y="4769070"/>
            <a:ext cx="3600400" cy="164998"/>
          </a:xfrm>
          <a:prstGeom prst="rect">
            <a:avLst/>
          </a:prstGeom>
        </p:spPr>
        <p:txBody>
          <a:bodyPr/>
          <a:lstStyle>
            <a:lvl1pPr algn="l">
              <a:spcBef>
                <a:spcPts val="0"/>
              </a:spcBef>
              <a:buNone/>
              <a:defRPr sz="800">
                <a:solidFill>
                  <a:schemeClr val="tx1"/>
                </a:solidFill>
              </a:defRPr>
            </a:lvl1pPr>
          </a:lstStyle>
          <a:p>
            <a:pPr lvl="0"/>
            <a:r>
              <a:rPr lang="fr-CA" dirty="0"/>
              <a:t>Nom du document si désiré</a:t>
            </a:r>
          </a:p>
        </p:txBody>
      </p:sp>
      <p:sp>
        <p:nvSpPr>
          <p:cNvPr id="5" name="Espace réservé du numéro de diapositive 5">
            <a:extLst>
              <a:ext uri="{FF2B5EF4-FFF2-40B4-BE49-F238E27FC236}">
                <a16:creationId xmlns:a16="http://schemas.microsoft.com/office/drawing/2014/main" id="{A01673E7-BED0-D6FE-E18A-0E0909A803DE}"/>
              </a:ext>
            </a:extLst>
          </p:cNvPr>
          <p:cNvSpPr>
            <a:spLocks noGrp="1"/>
          </p:cNvSpPr>
          <p:nvPr>
            <p:ph type="sldNum" sz="quarter" idx="4"/>
          </p:nvPr>
        </p:nvSpPr>
        <p:spPr>
          <a:xfrm>
            <a:off x="6656884" y="4747021"/>
            <a:ext cx="2057400" cy="274637"/>
          </a:xfrm>
          <a:prstGeom prst="rect">
            <a:avLst/>
          </a:prstGeom>
        </p:spPr>
        <p:txBody>
          <a:bodyPr vert="horz" lIns="91440" tIns="45720" rIns="91440" bIns="45720" rtlCol="0" anchor="ctr"/>
          <a:lstStyle>
            <a:lvl1pPr algn="r">
              <a:defRPr sz="1200">
                <a:solidFill>
                  <a:schemeClr val="tx1"/>
                </a:solidFill>
              </a:defRPr>
            </a:lvl1pPr>
          </a:lstStyle>
          <a:p>
            <a:fld id="{A7D211A3-7575-492B-8E98-5F9B497A4866}" type="slidenum">
              <a:rPr lang="fr-CA" smtClean="0"/>
              <a:pPr/>
              <a:t>‹N°›</a:t>
            </a:fld>
            <a:endParaRPr lang="fr-CA" dirty="0"/>
          </a:p>
        </p:txBody>
      </p:sp>
      <p:sp>
        <p:nvSpPr>
          <p:cNvPr id="7" name="ZoneTexte 6">
            <a:extLst>
              <a:ext uri="{FF2B5EF4-FFF2-40B4-BE49-F238E27FC236}">
                <a16:creationId xmlns:a16="http://schemas.microsoft.com/office/drawing/2014/main" id="{F2BE4F71-A282-5627-1DCC-5A8912FE6D48}"/>
              </a:ext>
            </a:extLst>
          </p:cNvPr>
          <p:cNvSpPr txBox="1"/>
          <p:nvPr userDrawn="1"/>
        </p:nvSpPr>
        <p:spPr>
          <a:xfrm>
            <a:off x="251520" y="195486"/>
            <a:ext cx="8640960"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1000" dirty="0">
                <a:solidFill>
                  <a:schemeClr val="tx1"/>
                </a:solidFill>
              </a:rPr>
              <a:t>Santé Québec </a:t>
            </a:r>
            <a:r>
              <a:rPr lang="fr-CA" sz="1000" dirty="0" smtClean="0">
                <a:solidFill>
                  <a:schemeClr val="tx1"/>
                </a:solidFill>
              </a:rPr>
              <a:t>Laurentides</a:t>
            </a:r>
            <a:endParaRPr lang="fr-CA" sz="1000" dirty="0">
              <a:solidFill>
                <a:schemeClr val="tx1"/>
              </a:solidFill>
            </a:endParaRPr>
          </a:p>
          <a:p>
            <a:pPr algn="l"/>
            <a:endParaRPr lang="fr-CA" sz="1000" b="1" dirty="0">
              <a:solidFill>
                <a:schemeClr val="tx1">
                  <a:lumMod val="20000"/>
                  <a:lumOff val="80000"/>
                </a:schemeClr>
              </a:solidFill>
              <a:latin typeface="Segoe UI Light" panose="020B0502040204020203" pitchFamily="34" charset="0"/>
              <a:cs typeface="Segoe UI Light" panose="020B0502040204020203" pitchFamily="34" charset="0"/>
            </a:endParaRPr>
          </a:p>
        </p:txBody>
      </p:sp>
    </p:spTree>
    <p:extLst>
      <p:ext uri="{BB962C8B-B14F-4D97-AF65-F5344CB8AC3E}">
        <p14:creationId xmlns:p14="http://schemas.microsoft.com/office/powerpoint/2010/main" val="22193401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mparaison">
    <p:spTree>
      <p:nvGrpSpPr>
        <p:cNvPr id="1" name=""/>
        <p:cNvGrpSpPr/>
        <p:nvPr/>
      </p:nvGrpSpPr>
      <p:grpSpPr>
        <a:xfrm>
          <a:off x="0" y="0"/>
          <a:ext cx="0" cy="0"/>
          <a:chOff x="0" y="0"/>
          <a:chExt cx="0" cy="0"/>
        </a:xfrm>
      </p:grpSpPr>
      <p:sp>
        <p:nvSpPr>
          <p:cNvPr id="3" name="Espace réservé du texte 2">
            <a:extLst>
              <a:ext uri="{FF2B5EF4-FFF2-40B4-BE49-F238E27FC236}">
                <a16:creationId xmlns:a16="http://schemas.microsoft.com/office/drawing/2014/main" id="{02E46C65-A086-B040-D74A-542EAA35D26A}"/>
              </a:ext>
            </a:extLst>
          </p:cNvPr>
          <p:cNvSpPr>
            <a:spLocks noGrp="1"/>
          </p:cNvSpPr>
          <p:nvPr>
            <p:ph type="body" idx="1"/>
          </p:nvPr>
        </p:nvSpPr>
        <p:spPr>
          <a:xfrm>
            <a:off x="611560" y="1347614"/>
            <a:ext cx="3686249" cy="619125"/>
          </a:xfrm>
          <a:prstGeom prst="rect">
            <a:avLst/>
          </a:prstGeom>
        </p:spPr>
        <p:txBody>
          <a:bodyPr anchor="b">
            <a:noAutofit/>
          </a:bodyPr>
          <a:lstStyle>
            <a:lvl1pPr marL="0" indent="0">
              <a:buNone/>
              <a:defRPr sz="2000" b="1">
                <a:solidFill>
                  <a:schemeClr val="accent1"/>
                </a:solidFill>
                <a:latin typeface="Segoe UI Semibold" panose="020B0702040204020203" pitchFamily="34" charset="0"/>
                <a:cs typeface="Segoe UI Semibold" panose="020B07020402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dirty="0"/>
              <a:t>Cliquez pour modifier les styles du texte du masque</a:t>
            </a:r>
          </a:p>
        </p:txBody>
      </p:sp>
      <p:sp>
        <p:nvSpPr>
          <p:cNvPr id="4" name="Espace réservé du contenu 3">
            <a:extLst>
              <a:ext uri="{FF2B5EF4-FFF2-40B4-BE49-F238E27FC236}">
                <a16:creationId xmlns:a16="http://schemas.microsoft.com/office/drawing/2014/main" id="{265FF221-DC3B-FE1A-C8FF-95C2E2371E72}"/>
              </a:ext>
            </a:extLst>
          </p:cNvPr>
          <p:cNvSpPr>
            <a:spLocks noGrp="1"/>
          </p:cNvSpPr>
          <p:nvPr>
            <p:ph sz="half" idx="2"/>
          </p:nvPr>
        </p:nvSpPr>
        <p:spPr>
          <a:xfrm>
            <a:off x="611560" y="1966739"/>
            <a:ext cx="3686249" cy="2762250"/>
          </a:xfrm>
          <a:prstGeom prst="rect">
            <a:avLst/>
          </a:prstGeom>
        </p:spPr>
        <p:txBody>
          <a:bodyPr/>
          <a:lstStyle>
            <a:lvl1pPr>
              <a:defRPr sz="1800"/>
            </a:lvl1p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fr-CA" dirty="0"/>
          </a:p>
        </p:txBody>
      </p:sp>
      <p:sp>
        <p:nvSpPr>
          <p:cNvPr id="5" name="Espace réservé du texte 4">
            <a:extLst>
              <a:ext uri="{FF2B5EF4-FFF2-40B4-BE49-F238E27FC236}">
                <a16:creationId xmlns:a16="http://schemas.microsoft.com/office/drawing/2014/main" id="{A08EE838-7F54-8C72-878C-54C767CC446E}"/>
              </a:ext>
            </a:extLst>
          </p:cNvPr>
          <p:cNvSpPr>
            <a:spLocks noGrp="1"/>
          </p:cNvSpPr>
          <p:nvPr>
            <p:ph type="body" sz="quarter" idx="3"/>
          </p:nvPr>
        </p:nvSpPr>
        <p:spPr>
          <a:xfrm>
            <a:off x="4427984" y="1347614"/>
            <a:ext cx="3887788" cy="619125"/>
          </a:xfrm>
          <a:prstGeom prst="rect">
            <a:avLst/>
          </a:prstGeom>
        </p:spPr>
        <p:txBody>
          <a:bodyPr anchor="b">
            <a:noAutofit/>
          </a:bodyPr>
          <a:lstStyle>
            <a:lvl1pPr marL="0" indent="0">
              <a:buNone/>
              <a:defRPr sz="2000" b="1">
                <a:solidFill>
                  <a:schemeClr val="accent1"/>
                </a:solidFill>
                <a:latin typeface="Segoe UI Semibold" panose="020B0702040204020203" pitchFamily="34" charset="0"/>
                <a:cs typeface="Segoe UI Semibold" panose="020B07020402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dirty="0"/>
              <a:t>Cliquez pour modifier les styles du texte du masque</a:t>
            </a:r>
          </a:p>
        </p:txBody>
      </p:sp>
      <p:sp>
        <p:nvSpPr>
          <p:cNvPr id="6" name="Espace réservé du contenu 5">
            <a:extLst>
              <a:ext uri="{FF2B5EF4-FFF2-40B4-BE49-F238E27FC236}">
                <a16:creationId xmlns:a16="http://schemas.microsoft.com/office/drawing/2014/main" id="{F036F56F-E875-D014-551C-35E1DFC26348}"/>
              </a:ext>
            </a:extLst>
          </p:cNvPr>
          <p:cNvSpPr>
            <a:spLocks noGrp="1"/>
          </p:cNvSpPr>
          <p:nvPr>
            <p:ph sz="quarter" idx="4"/>
          </p:nvPr>
        </p:nvSpPr>
        <p:spPr>
          <a:xfrm>
            <a:off x="4427984" y="1966739"/>
            <a:ext cx="3887788" cy="2762250"/>
          </a:xfrm>
          <a:prstGeom prst="rect">
            <a:avLst/>
          </a:prstGeom>
        </p:spPr>
        <p:txBody>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fr-CA" dirty="0"/>
          </a:p>
        </p:txBody>
      </p:sp>
      <p:sp>
        <p:nvSpPr>
          <p:cNvPr id="8" name="Espace réservé du texte 11">
            <a:extLst>
              <a:ext uri="{FF2B5EF4-FFF2-40B4-BE49-F238E27FC236}">
                <a16:creationId xmlns:a16="http://schemas.microsoft.com/office/drawing/2014/main" id="{CF63C8BB-EAC4-5222-3862-0B7FEE6D53A5}"/>
              </a:ext>
            </a:extLst>
          </p:cNvPr>
          <p:cNvSpPr>
            <a:spLocks noGrp="1"/>
          </p:cNvSpPr>
          <p:nvPr>
            <p:ph type="body" sz="quarter" idx="13" hasCustomPrompt="1"/>
          </p:nvPr>
        </p:nvSpPr>
        <p:spPr>
          <a:xfrm>
            <a:off x="628650" y="555526"/>
            <a:ext cx="7885113" cy="503238"/>
          </a:xfrm>
          <a:prstGeom prst="rect">
            <a:avLst/>
          </a:prstGeom>
        </p:spPr>
        <p:txBody>
          <a:bodyPr/>
          <a:lstStyle>
            <a:lvl1pPr>
              <a:buNone/>
              <a:defRPr sz="2400">
                <a:solidFill>
                  <a:schemeClr val="tx1"/>
                </a:solidFill>
                <a:latin typeface="+mj-lt"/>
              </a:defRPr>
            </a:lvl1pPr>
          </a:lstStyle>
          <a:p>
            <a:pPr lvl="0"/>
            <a:r>
              <a:rPr lang="fr-FR" dirty="0"/>
              <a:t>Modifiez le style du titre</a:t>
            </a:r>
            <a:endParaRPr lang="fr-CA" dirty="0"/>
          </a:p>
        </p:txBody>
      </p:sp>
      <p:sp>
        <p:nvSpPr>
          <p:cNvPr id="10" name="Espace réservé du texte 7">
            <a:extLst>
              <a:ext uri="{FF2B5EF4-FFF2-40B4-BE49-F238E27FC236}">
                <a16:creationId xmlns:a16="http://schemas.microsoft.com/office/drawing/2014/main" id="{DC22D775-B5F4-FFBE-91E0-7D7BC5B34390}"/>
              </a:ext>
            </a:extLst>
          </p:cNvPr>
          <p:cNvSpPr>
            <a:spLocks noGrp="1"/>
          </p:cNvSpPr>
          <p:nvPr>
            <p:ph type="body" sz="quarter" idx="14" hasCustomPrompt="1"/>
          </p:nvPr>
        </p:nvSpPr>
        <p:spPr>
          <a:xfrm>
            <a:off x="683568" y="4769070"/>
            <a:ext cx="3600400" cy="164998"/>
          </a:xfrm>
          <a:prstGeom prst="rect">
            <a:avLst/>
          </a:prstGeom>
        </p:spPr>
        <p:txBody>
          <a:bodyPr/>
          <a:lstStyle>
            <a:lvl1pPr algn="l">
              <a:spcBef>
                <a:spcPts val="0"/>
              </a:spcBef>
              <a:buNone/>
              <a:defRPr sz="800">
                <a:solidFill>
                  <a:schemeClr val="tx1"/>
                </a:solidFill>
              </a:defRPr>
            </a:lvl1pPr>
          </a:lstStyle>
          <a:p>
            <a:pPr lvl="0"/>
            <a:r>
              <a:rPr lang="fr-CA" dirty="0"/>
              <a:t>Nom du document si désiré</a:t>
            </a:r>
          </a:p>
        </p:txBody>
      </p:sp>
      <p:sp>
        <p:nvSpPr>
          <p:cNvPr id="7" name="Espace réservé du numéro de diapositive 5">
            <a:extLst>
              <a:ext uri="{FF2B5EF4-FFF2-40B4-BE49-F238E27FC236}">
                <a16:creationId xmlns:a16="http://schemas.microsoft.com/office/drawing/2014/main" id="{A4BD55A5-A79E-9CAA-BDAD-154A806CB63B}"/>
              </a:ext>
            </a:extLst>
          </p:cNvPr>
          <p:cNvSpPr>
            <a:spLocks noGrp="1"/>
          </p:cNvSpPr>
          <p:nvPr>
            <p:ph type="sldNum" sz="quarter" idx="15"/>
          </p:nvPr>
        </p:nvSpPr>
        <p:spPr>
          <a:xfrm>
            <a:off x="6656884" y="4747021"/>
            <a:ext cx="2057400" cy="274637"/>
          </a:xfrm>
          <a:prstGeom prst="rect">
            <a:avLst/>
          </a:prstGeom>
        </p:spPr>
        <p:txBody>
          <a:bodyPr vert="horz" lIns="91440" tIns="45720" rIns="91440" bIns="45720" rtlCol="0" anchor="ctr"/>
          <a:lstStyle>
            <a:lvl1pPr algn="r">
              <a:defRPr sz="1200">
                <a:solidFill>
                  <a:schemeClr val="tx1"/>
                </a:solidFill>
              </a:defRPr>
            </a:lvl1pPr>
          </a:lstStyle>
          <a:p>
            <a:fld id="{A7D211A3-7575-492B-8E98-5F9B497A4866}" type="slidenum">
              <a:rPr lang="fr-CA" smtClean="0"/>
              <a:pPr/>
              <a:t>‹N°›</a:t>
            </a:fld>
            <a:endParaRPr lang="fr-CA" dirty="0"/>
          </a:p>
        </p:txBody>
      </p:sp>
      <p:sp>
        <p:nvSpPr>
          <p:cNvPr id="9" name="ZoneTexte 8">
            <a:extLst>
              <a:ext uri="{FF2B5EF4-FFF2-40B4-BE49-F238E27FC236}">
                <a16:creationId xmlns:a16="http://schemas.microsoft.com/office/drawing/2014/main" id="{622E232B-035E-8FAC-F1B1-8F1E144E7936}"/>
              </a:ext>
            </a:extLst>
          </p:cNvPr>
          <p:cNvSpPr txBox="1"/>
          <p:nvPr userDrawn="1"/>
        </p:nvSpPr>
        <p:spPr>
          <a:xfrm>
            <a:off x="251520" y="195486"/>
            <a:ext cx="8640960"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1000" dirty="0">
                <a:solidFill>
                  <a:schemeClr val="tx1"/>
                </a:solidFill>
              </a:rPr>
              <a:t>Santé Québec </a:t>
            </a:r>
            <a:r>
              <a:rPr lang="fr-CA" sz="1000" dirty="0" smtClean="0">
                <a:solidFill>
                  <a:schemeClr val="tx1"/>
                </a:solidFill>
              </a:rPr>
              <a:t>Laurentides</a:t>
            </a:r>
            <a:endParaRPr lang="fr-CA" sz="1000" dirty="0">
              <a:solidFill>
                <a:schemeClr val="tx1"/>
              </a:solidFill>
            </a:endParaRPr>
          </a:p>
          <a:p>
            <a:pPr algn="l"/>
            <a:endParaRPr lang="fr-CA" sz="1000" b="1" dirty="0">
              <a:solidFill>
                <a:schemeClr val="tx1">
                  <a:lumMod val="20000"/>
                  <a:lumOff val="80000"/>
                </a:schemeClr>
              </a:solidFill>
              <a:latin typeface="Segoe UI Light" panose="020B0502040204020203" pitchFamily="34" charset="0"/>
              <a:cs typeface="Segoe UI Light" panose="020B0502040204020203" pitchFamily="34" charset="0"/>
            </a:endParaRPr>
          </a:p>
        </p:txBody>
      </p:sp>
    </p:spTree>
    <p:extLst>
      <p:ext uri="{BB962C8B-B14F-4D97-AF65-F5344CB8AC3E}">
        <p14:creationId xmlns:p14="http://schemas.microsoft.com/office/powerpoint/2010/main" val="350575494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tenu avec légende">
    <p:spTree>
      <p:nvGrpSpPr>
        <p:cNvPr id="1" name=""/>
        <p:cNvGrpSpPr/>
        <p:nvPr/>
      </p:nvGrpSpPr>
      <p:grpSpPr>
        <a:xfrm>
          <a:off x="0" y="0"/>
          <a:ext cx="0" cy="0"/>
          <a:chOff x="0" y="0"/>
          <a:chExt cx="0" cy="0"/>
        </a:xfrm>
      </p:grpSpPr>
      <p:sp>
        <p:nvSpPr>
          <p:cNvPr id="9" name="Titre 1">
            <a:extLst>
              <a:ext uri="{FF2B5EF4-FFF2-40B4-BE49-F238E27FC236}">
                <a16:creationId xmlns:a16="http://schemas.microsoft.com/office/drawing/2014/main" id="{7FDCBA3F-660B-5925-A289-200380D85CF3}"/>
              </a:ext>
            </a:extLst>
          </p:cNvPr>
          <p:cNvSpPr>
            <a:spLocks noGrp="1"/>
          </p:cNvSpPr>
          <p:nvPr>
            <p:ph type="title"/>
          </p:nvPr>
        </p:nvSpPr>
        <p:spPr>
          <a:xfrm>
            <a:off x="630238" y="1443608"/>
            <a:ext cx="2949575" cy="408062"/>
          </a:xfrm>
          <a:prstGeom prst="rect">
            <a:avLst/>
          </a:prstGeom>
        </p:spPr>
        <p:txBody>
          <a:bodyPr anchor="t" anchorCtr="0">
            <a:normAutofit/>
          </a:bodyPr>
          <a:lstStyle>
            <a:lvl1pPr>
              <a:defRPr sz="1800">
                <a:solidFill>
                  <a:schemeClr val="accent1"/>
                </a:solidFill>
              </a:defRPr>
            </a:lvl1pPr>
          </a:lstStyle>
          <a:p>
            <a:r>
              <a:rPr lang="fr-FR" dirty="0"/>
              <a:t>Modifiez le style du titre</a:t>
            </a:r>
            <a:endParaRPr lang="fr-CA" dirty="0"/>
          </a:p>
        </p:txBody>
      </p:sp>
      <p:sp>
        <p:nvSpPr>
          <p:cNvPr id="10" name="Espace réservé du texte 3">
            <a:extLst>
              <a:ext uri="{FF2B5EF4-FFF2-40B4-BE49-F238E27FC236}">
                <a16:creationId xmlns:a16="http://schemas.microsoft.com/office/drawing/2014/main" id="{CA642D2D-9BAA-E3E8-F217-7DD84A85E929}"/>
              </a:ext>
            </a:extLst>
          </p:cNvPr>
          <p:cNvSpPr>
            <a:spLocks noGrp="1"/>
          </p:cNvSpPr>
          <p:nvPr>
            <p:ph type="body" sz="half" idx="2"/>
          </p:nvPr>
        </p:nvSpPr>
        <p:spPr>
          <a:xfrm>
            <a:off x="630238" y="1923678"/>
            <a:ext cx="2949575" cy="2478460"/>
          </a:xfrm>
          <a:prstGeom prst="rect">
            <a:avLst/>
          </a:prstGeom>
        </p:spPr>
        <p:txBody>
          <a:bodyPr>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dirty="0"/>
              <a:t>Cliquez pour modifier les styles du texte du masque</a:t>
            </a:r>
          </a:p>
        </p:txBody>
      </p:sp>
      <p:sp>
        <p:nvSpPr>
          <p:cNvPr id="11" name="Espace réservé du contenu 5">
            <a:extLst>
              <a:ext uri="{FF2B5EF4-FFF2-40B4-BE49-F238E27FC236}">
                <a16:creationId xmlns:a16="http://schemas.microsoft.com/office/drawing/2014/main" id="{BD519BD6-5F05-F52C-19AF-58BD8D5F9A22}"/>
              </a:ext>
            </a:extLst>
          </p:cNvPr>
          <p:cNvSpPr>
            <a:spLocks noGrp="1"/>
          </p:cNvSpPr>
          <p:nvPr>
            <p:ph sz="quarter" idx="4"/>
          </p:nvPr>
        </p:nvSpPr>
        <p:spPr>
          <a:xfrm>
            <a:off x="3851920" y="1443608"/>
            <a:ext cx="4536504" cy="2958530"/>
          </a:xfrm>
          <a:prstGeom prst="rect">
            <a:avLst/>
          </a:prstGeom>
        </p:spPr>
        <p:txBody>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fr-CA" dirty="0"/>
          </a:p>
        </p:txBody>
      </p:sp>
      <p:sp>
        <p:nvSpPr>
          <p:cNvPr id="3" name="Espace réservé du texte 11">
            <a:extLst>
              <a:ext uri="{FF2B5EF4-FFF2-40B4-BE49-F238E27FC236}">
                <a16:creationId xmlns:a16="http://schemas.microsoft.com/office/drawing/2014/main" id="{F3047F35-D972-8164-1A76-3DD671C94C1D}"/>
              </a:ext>
            </a:extLst>
          </p:cNvPr>
          <p:cNvSpPr>
            <a:spLocks noGrp="1"/>
          </p:cNvSpPr>
          <p:nvPr>
            <p:ph type="body" sz="quarter" idx="13" hasCustomPrompt="1"/>
          </p:nvPr>
        </p:nvSpPr>
        <p:spPr>
          <a:xfrm>
            <a:off x="628650" y="555526"/>
            <a:ext cx="7885113" cy="503238"/>
          </a:xfrm>
          <a:prstGeom prst="rect">
            <a:avLst/>
          </a:prstGeom>
        </p:spPr>
        <p:txBody>
          <a:bodyPr/>
          <a:lstStyle>
            <a:lvl1pPr>
              <a:buNone/>
              <a:defRPr sz="2400">
                <a:solidFill>
                  <a:schemeClr val="tx1"/>
                </a:solidFill>
                <a:latin typeface="+mj-lt"/>
              </a:defRPr>
            </a:lvl1pPr>
          </a:lstStyle>
          <a:p>
            <a:pPr lvl="0"/>
            <a:r>
              <a:rPr lang="fr-FR" dirty="0"/>
              <a:t>Modifiez le style du titre</a:t>
            </a:r>
            <a:endParaRPr lang="fr-CA" dirty="0"/>
          </a:p>
        </p:txBody>
      </p:sp>
      <p:sp>
        <p:nvSpPr>
          <p:cNvPr id="4" name="Espace réservé du texte 7">
            <a:extLst>
              <a:ext uri="{FF2B5EF4-FFF2-40B4-BE49-F238E27FC236}">
                <a16:creationId xmlns:a16="http://schemas.microsoft.com/office/drawing/2014/main" id="{1DA7BE32-DEA1-4AD9-C0D5-0B2E0323B90F}"/>
              </a:ext>
            </a:extLst>
          </p:cNvPr>
          <p:cNvSpPr>
            <a:spLocks noGrp="1"/>
          </p:cNvSpPr>
          <p:nvPr>
            <p:ph type="body" sz="quarter" idx="14" hasCustomPrompt="1"/>
          </p:nvPr>
        </p:nvSpPr>
        <p:spPr>
          <a:xfrm>
            <a:off x="683568" y="4769070"/>
            <a:ext cx="3600400" cy="164998"/>
          </a:xfrm>
          <a:prstGeom prst="rect">
            <a:avLst/>
          </a:prstGeom>
        </p:spPr>
        <p:txBody>
          <a:bodyPr/>
          <a:lstStyle>
            <a:lvl1pPr algn="l">
              <a:spcBef>
                <a:spcPts val="0"/>
              </a:spcBef>
              <a:buNone/>
              <a:defRPr sz="800">
                <a:solidFill>
                  <a:schemeClr val="tx1"/>
                </a:solidFill>
              </a:defRPr>
            </a:lvl1pPr>
          </a:lstStyle>
          <a:p>
            <a:pPr lvl="0"/>
            <a:r>
              <a:rPr lang="fr-CA" dirty="0"/>
              <a:t>Nom du document si désiré</a:t>
            </a:r>
          </a:p>
        </p:txBody>
      </p:sp>
      <p:sp>
        <p:nvSpPr>
          <p:cNvPr id="5" name="Espace réservé du numéro de diapositive 5">
            <a:extLst>
              <a:ext uri="{FF2B5EF4-FFF2-40B4-BE49-F238E27FC236}">
                <a16:creationId xmlns:a16="http://schemas.microsoft.com/office/drawing/2014/main" id="{843328B3-BECF-02D4-F9D4-4E4650092835}"/>
              </a:ext>
            </a:extLst>
          </p:cNvPr>
          <p:cNvSpPr>
            <a:spLocks noGrp="1"/>
          </p:cNvSpPr>
          <p:nvPr>
            <p:ph type="sldNum" sz="quarter" idx="15"/>
          </p:nvPr>
        </p:nvSpPr>
        <p:spPr>
          <a:xfrm>
            <a:off x="6656884" y="4747021"/>
            <a:ext cx="2057400" cy="274637"/>
          </a:xfrm>
          <a:prstGeom prst="rect">
            <a:avLst/>
          </a:prstGeom>
        </p:spPr>
        <p:txBody>
          <a:bodyPr vert="horz" lIns="91440" tIns="45720" rIns="91440" bIns="45720" rtlCol="0" anchor="ctr"/>
          <a:lstStyle>
            <a:lvl1pPr algn="r">
              <a:defRPr sz="1200">
                <a:solidFill>
                  <a:schemeClr val="tx1"/>
                </a:solidFill>
              </a:defRPr>
            </a:lvl1pPr>
          </a:lstStyle>
          <a:p>
            <a:fld id="{A7D211A3-7575-492B-8E98-5F9B497A4866}" type="slidenum">
              <a:rPr lang="fr-CA" smtClean="0"/>
              <a:pPr/>
              <a:t>‹N°›</a:t>
            </a:fld>
            <a:endParaRPr lang="fr-CA" dirty="0"/>
          </a:p>
        </p:txBody>
      </p:sp>
      <p:sp>
        <p:nvSpPr>
          <p:cNvPr id="6" name="ZoneTexte 5">
            <a:extLst>
              <a:ext uri="{FF2B5EF4-FFF2-40B4-BE49-F238E27FC236}">
                <a16:creationId xmlns:a16="http://schemas.microsoft.com/office/drawing/2014/main" id="{70E3F1A2-63F2-07F4-449A-36F33E3FEE84}"/>
              </a:ext>
            </a:extLst>
          </p:cNvPr>
          <p:cNvSpPr txBox="1"/>
          <p:nvPr userDrawn="1"/>
        </p:nvSpPr>
        <p:spPr>
          <a:xfrm>
            <a:off x="251520" y="195486"/>
            <a:ext cx="8640960"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1000" dirty="0">
                <a:solidFill>
                  <a:schemeClr val="tx1"/>
                </a:solidFill>
              </a:rPr>
              <a:t>Santé Québec </a:t>
            </a:r>
            <a:r>
              <a:rPr lang="fr-CA" sz="1000" dirty="0" smtClean="0">
                <a:solidFill>
                  <a:schemeClr val="tx1"/>
                </a:solidFill>
              </a:rPr>
              <a:t>Laurentides</a:t>
            </a:r>
            <a:endParaRPr lang="fr-CA" sz="1000" dirty="0">
              <a:solidFill>
                <a:schemeClr val="tx1"/>
              </a:solidFill>
            </a:endParaRPr>
          </a:p>
          <a:p>
            <a:pPr algn="l"/>
            <a:endParaRPr lang="fr-CA" sz="1000" b="1" dirty="0">
              <a:solidFill>
                <a:schemeClr val="tx1">
                  <a:lumMod val="20000"/>
                  <a:lumOff val="80000"/>
                </a:schemeClr>
              </a:solidFill>
              <a:latin typeface="Segoe UI Light" panose="020B0502040204020203" pitchFamily="34" charset="0"/>
              <a:cs typeface="Segoe UI Light" panose="020B0502040204020203" pitchFamily="34" charset="0"/>
            </a:endParaRPr>
          </a:p>
        </p:txBody>
      </p:sp>
    </p:spTree>
    <p:extLst>
      <p:ext uri="{BB962C8B-B14F-4D97-AF65-F5344CB8AC3E}">
        <p14:creationId xmlns:p14="http://schemas.microsoft.com/office/powerpoint/2010/main" val="300945021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Image avec légende">
    <p:spTree>
      <p:nvGrpSpPr>
        <p:cNvPr id="1" name=""/>
        <p:cNvGrpSpPr/>
        <p:nvPr/>
      </p:nvGrpSpPr>
      <p:grpSpPr>
        <a:xfrm>
          <a:off x="0" y="0"/>
          <a:ext cx="0" cy="0"/>
          <a:chOff x="0" y="0"/>
          <a:chExt cx="0" cy="0"/>
        </a:xfrm>
      </p:grpSpPr>
      <p:sp>
        <p:nvSpPr>
          <p:cNvPr id="3" name="Espace réservé pour une image  2">
            <a:extLst>
              <a:ext uri="{FF2B5EF4-FFF2-40B4-BE49-F238E27FC236}">
                <a16:creationId xmlns:a16="http://schemas.microsoft.com/office/drawing/2014/main" id="{2A0D24AB-732F-A91A-30A4-80AE6AC375AC}"/>
              </a:ext>
            </a:extLst>
          </p:cNvPr>
          <p:cNvSpPr>
            <a:spLocks noGrp="1"/>
          </p:cNvSpPr>
          <p:nvPr>
            <p:ph type="pic" idx="1"/>
          </p:nvPr>
        </p:nvSpPr>
        <p:spPr>
          <a:xfrm>
            <a:off x="3851920" y="1443608"/>
            <a:ext cx="4665018" cy="295218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CA" dirty="0"/>
          </a:p>
        </p:txBody>
      </p:sp>
      <p:sp>
        <p:nvSpPr>
          <p:cNvPr id="8" name="Titre 1">
            <a:extLst>
              <a:ext uri="{FF2B5EF4-FFF2-40B4-BE49-F238E27FC236}">
                <a16:creationId xmlns:a16="http://schemas.microsoft.com/office/drawing/2014/main" id="{FFB9C23A-9C94-B1D7-65F7-51FE539FB586}"/>
              </a:ext>
            </a:extLst>
          </p:cNvPr>
          <p:cNvSpPr>
            <a:spLocks noGrp="1"/>
          </p:cNvSpPr>
          <p:nvPr>
            <p:ph type="title"/>
          </p:nvPr>
        </p:nvSpPr>
        <p:spPr>
          <a:xfrm>
            <a:off x="630238" y="1443608"/>
            <a:ext cx="2949575" cy="408062"/>
          </a:xfrm>
          <a:prstGeom prst="rect">
            <a:avLst/>
          </a:prstGeom>
        </p:spPr>
        <p:txBody>
          <a:bodyPr anchor="t" anchorCtr="0">
            <a:normAutofit/>
          </a:bodyPr>
          <a:lstStyle>
            <a:lvl1pPr>
              <a:defRPr sz="1800">
                <a:solidFill>
                  <a:schemeClr val="accent1"/>
                </a:solidFill>
              </a:defRPr>
            </a:lvl1pPr>
          </a:lstStyle>
          <a:p>
            <a:r>
              <a:rPr lang="fr-FR" dirty="0"/>
              <a:t>Modifiez le style du titre</a:t>
            </a:r>
            <a:endParaRPr lang="fr-CA" dirty="0"/>
          </a:p>
        </p:txBody>
      </p:sp>
      <p:sp>
        <p:nvSpPr>
          <p:cNvPr id="9" name="Espace réservé du texte 3">
            <a:extLst>
              <a:ext uri="{FF2B5EF4-FFF2-40B4-BE49-F238E27FC236}">
                <a16:creationId xmlns:a16="http://schemas.microsoft.com/office/drawing/2014/main" id="{B355A042-F176-7C7F-3365-5185A8BB86B0}"/>
              </a:ext>
            </a:extLst>
          </p:cNvPr>
          <p:cNvSpPr>
            <a:spLocks noGrp="1"/>
          </p:cNvSpPr>
          <p:nvPr>
            <p:ph type="body" sz="half" idx="2"/>
          </p:nvPr>
        </p:nvSpPr>
        <p:spPr>
          <a:xfrm>
            <a:off x="630238" y="1923678"/>
            <a:ext cx="2949575" cy="2478460"/>
          </a:xfrm>
          <a:prstGeom prst="rect">
            <a:avLst/>
          </a:prstGeom>
        </p:spPr>
        <p:txBody>
          <a:bodyPr>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dirty="0"/>
              <a:t>Cliquez pour modifier les styles du texte du masque</a:t>
            </a:r>
          </a:p>
        </p:txBody>
      </p:sp>
      <p:sp>
        <p:nvSpPr>
          <p:cNvPr id="4" name="Espace réservé du texte 11">
            <a:extLst>
              <a:ext uri="{FF2B5EF4-FFF2-40B4-BE49-F238E27FC236}">
                <a16:creationId xmlns:a16="http://schemas.microsoft.com/office/drawing/2014/main" id="{63804738-8C33-0FA1-5C21-7780913D91B5}"/>
              </a:ext>
            </a:extLst>
          </p:cNvPr>
          <p:cNvSpPr>
            <a:spLocks noGrp="1"/>
          </p:cNvSpPr>
          <p:nvPr>
            <p:ph type="body" sz="quarter" idx="13" hasCustomPrompt="1"/>
          </p:nvPr>
        </p:nvSpPr>
        <p:spPr>
          <a:xfrm>
            <a:off x="628650" y="555526"/>
            <a:ext cx="7885113" cy="503238"/>
          </a:xfrm>
          <a:prstGeom prst="rect">
            <a:avLst/>
          </a:prstGeom>
        </p:spPr>
        <p:txBody>
          <a:bodyPr/>
          <a:lstStyle>
            <a:lvl1pPr>
              <a:buNone/>
              <a:defRPr sz="2400">
                <a:solidFill>
                  <a:schemeClr val="tx1"/>
                </a:solidFill>
                <a:latin typeface="+mj-lt"/>
              </a:defRPr>
            </a:lvl1pPr>
          </a:lstStyle>
          <a:p>
            <a:pPr lvl="0"/>
            <a:r>
              <a:rPr lang="fr-FR" dirty="0"/>
              <a:t>Modifiez le style du titre</a:t>
            </a:r>
            <a:endParaRPr lang="fr-CA" dirty="0"/>
          </a:p>
        </p:txBody>
      </p:sp>
      <p:sp>
        <p:nvSpPr>
          <p:cNvPr id="6" name="Espace réservé du texte 7">
            <a:extLst>
              <a:ext uri="{FF2B5EF4-FFF2-40B4-BE49-F238E27FC236}">
                <a16:creationId xmlns:a16="http://schemas.microsoft.com/office/drawing/2014/main" id="{213E1A14-3CFC-50D9-1B3D-8A95575E8655}"/>
              </a:ext>
            </a:extLst>
          </p:cNvPr>
          <p:cNvSpPr>
            <a:spLocks noGrp="1"/>
          </p:cNvSpPr>
          <p:nvPr>
            <p:ph type="body" sz="quarter" idx="14" hasCustomPrompt="1"/>
          </p:nvPr>
        </p:nvSpPr>
        <p:spPr>
          <a:xfrm>
            <a:off x="683568" y="4769070"/>
            <a:ext cx="3600400" cy="164998"/>
          </a:xfrm>
          <a:prstGeom prst="rect">
            <a:avLst/>
          </a:prstGeom>
        </p:spPr>
        <p:txBody>
          <a:bodyPr/>
          <a:lstStyle>
            <a:lvl1pPr algn="l">
              <a:spcBef>
                <a:spcPts val="0"/>
              </a:spcBef>
              <a:buNone/>
              <a:defRPr sz="800">
                <a:solidFill>
                  <a:schemeClr val="tx1"/>
                </a:solidFill>
              </a:defRPr>
            </a:lvl1pPr>
          </a:lstStyle>
          <a:p>
            <a:pPr lvl="0"/>
            <a:r>
              <a:rPr lang="fr-CA" dirty="0"/>
              <a:t>Nom du document si désiré</a:t>
            </a:r>
          </a:p>
        </p:txBody>
      </p:sp>
      <p:sp>
        <p:nvSpPr>
          <p:cNvPr id="5" name="Espace réservé du numéro de diapositive 5">
            <a:extLst>
              <a:ext uri="{FF2B5EF4-FFF2-40B4-BE49-F238E27FC236}">
                <a16:creationId xmlns:a16="http://schemas.microsoft.com/office/drawing/2014/main" id="{2F492DE2-822E-0A16-8ECD-D81C63A2C279}"/>
              </a:ext>
            </a:extLst>
          </p:cNvPr>
          <p:cNvSpPr>
            <a:spLocks noGrp="1"/>
          </p:cNvSpPr>
          <p:nvPr>
            <p:ph type="sldNum" sz="quarter" idx="4"/>
          </p:nvPr>
        </p:nvSpPr>
        <p:spPr>
          <a:xfrm>
            <a:off x="6656884" y="4747021"/>
            <a:ext cx="2057400" cy="274637"/>
          </a:xfrm>
          <a:prstGeom prst="rect">
            <a:avLst/>
          </a:prstGeom>
        </p:spPr>
        <p:txBody>
          <a:bodyPr vert="horz" lIns="91440" tIns="45720" rIns="91440" bIns="45720" rtlCol="0" anchor="ctr"/>
          <a:lstStyle>
            <a:lvl1pPr algn="r">
              <a:defRPr sz="1200">
                <a:solidFill>
                  <a:schemeClr val="tx1"/>
                </a:solidFill>
              </a:defRPr>
            </a:lvl1pPr>
          </a:lstStyle>
          <a:p>
            <a:fld id="{A7D211A3-7575-492B-8E98-5F9B497A4866}" type="slidenum">
              <a:rPr lang="fr-CA" smtClean="0"/>
              <a:pPr/>
              <a:t>‹N°›</a:t>
            </a:fld>
            <a:endParaRPr lang="fr-CA" dirty="0"/>
          </a:p>
        </p:txBody>
      </p:sp>
      <p:sp>
        <p:nvSpPr>
          <p:cNvPr id="7" name="ZoneTexte 6">
            <a:extLst>
              <a:ext uri="{FF2B5EF4-FFF2-40B4-BE49-F238E27FC236}">
                <a16:creationId xmlns:a16="http://schemas.microsoft.com/office/drawing/2014/main" id="{86910293-A85F-CE34-432D-F2E2657B9F0A}"/>
              </a:ext>
            </a:extLst>
          </p:cNvPr>
          <p:cNvSpPr txBox="1"/>
          <p:nvPr userDrawn="1"/>
        </p:nvSpPr>
        <p:spPr>
          <a:xfrm>
            <a:off x="251520" y="195486"/>
            <a:ext cx="8640960"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1000" dirty="0">
                <a:solidFill>
                  <a:schemeClr val="tx1"/>
                </a:solidFill>
              </a:rPr>
              <a:t>Santé Québec </a:t>
            </a:r>
            <a:r>
              <a:rPr lang="fr-CA" sz="1000" dirty="0" smtClean="0">
                <a:solidFill>
                  <a:schemeClr val="tx1"/>
                </a:solidFill>
              </a:rPr>
              <a:t>Laurentides</a:t>
            </a:r>
            <a:endParaRPr lang="fr-CA" sz="1000" dirty="0">
              <a:solidFill>
                <a:schemeClr val="tx1"/>
              </a:solidFill>
            </a:endParaRPr>
          </a:p>
          <a:p>
            <a:pPr algn="l"/>
            <a:endParaRPr lang="fr-CA" sz="1000" b="1" dirty="0">
              <a:solidFill>
                <a:schemeClr val="tx1">
                  <a:lumMod val="20000"/>
                  <a:lumOff val="80000"/>
                </a:schemeClr>
              </a:solidFill>
              <a:latin typeface="Segoe UI Light" panose="020B0502040204020203" pitchFamily="34" charset="0"/>
              <a:cs typeface="Segoe UI Light" panose="020B0502040204020203" pitchFamily="34" charset="0"/>
            </a:endParaRPr>
          </a:p>
        </p:txBody>
      </p:sp>
    </p:spTree>
    <p:extLst>
      <p:ext uri="{BB962C8B-B14F-4D97-AF65-F5344CB8AC3E}">
        <p14:creationId xmlns:p14="http://schemas.microsoft.com/office/powerpoint/2010/main" val="287493571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re et contenu">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60B5EE86-FD03-6366-0D40-616B182F2EE7}"/>
              </a:ext>
            </a:extLst>
          </p:cNvPr>
          <p:cNvSpPr>
            <a:spLocks noGrp="1"/>
          </p:cNvSpPr>
          <p:nvPr>
            <p:ph idx="1"/>
          </p:nvPr>
        </p:nvSpPr>
        <p:spPr>
          <a:xfrm>
            <a:off x="628650" y="1370013"/>
            <a:ext cx="7886700" cy="3262312"/>
          </a:xfrm>
          <a:prstGeom prst="rect">
            <a:avLst/>
          </a:prstGeom>
        </p:spPr>
        <p:txBody>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fr-CA" dirty="0"/>
          </a:p>
        </p:txBody>
      </p:sp>
      <p:sp>
        <p:nvSpPr>
          <p:cNvPr id="9" name="Espace réservé du texte 11">
            <a:extLst>
              <a:ext uri="{FF2B5EF4-FFF2-40B4-BE49-F238E27FC236}">
                <a16:creationId xmlns:a16="http://schemas.microsoft.com/office/drawing/2014/main" id="{754809AF-9D8E-B935-FF0E-DF4954A0AF0C}"/>
              </a:ext>
            </a:extLst>
          </p:cNvPr>
          <p:cNvSpPr>
            <a:spLocks noGrp="1"/>
          </p:cNvSpPr>
          <p:nvPr>
            <p:ph type="body" sz="quarter" idx="13" hasCustomPrompt="1"/>
          </p:nvPr>
        </p:nvSpPr>
        <p:spPr>
          <a:xfrm>
            <a:off x="628650" y="555526"/>
            <a:ext cx="7885113" cy="503238"/>
          </a:xfrm>
          <a:prstGeom prst="rect">
            <a:avLst/>
          </a:prstGeom>
        </p:spPr>
        <p:txBody>
          <a:bodyPr/>
          <a:lstStyle>
            <a:lvl1pPr>
              <a:buNone/>
              <a:defRPr sz="2400">
                <a:solidFill>
                  <a:schemeClr val="tx1"/>
                </a:solidFill>
                <a:latin typeface="+mj-lt"/>
              </a:defRPr>
            </a:lvl1pPr>
          </a:lstStyle>
          <a:p>
            <a:pPr lvl="0"/>
            <a:r>
              <a:rPr lang="fr-FR" dirty="0"/>
              <a:t>Modifiez le style du titre</a:t>
            </a:r>
            <a:endParaRPr lang="fr-CA" dirty="0"/>
          </a:p>
        </p:txBody>
      </p:sp>
      <p:sp>
        <p:nvSpPr>
          <p:cNvPr id="5" name="Espace réservé du texte 7">
            <a:extLst>
              <a:ext uri="{FF2B5EF4-FFF2-40B4-BE49-F238E27FC236}">
                <a16:creationId xmlns:a16="http://schemas.microsoft.com/office/drawing/2014/main" id="{11DA51E2-F3CA-246E-A51E-723F47510766}"/>
              </a:ext>
            </a:extLst>
          </p:cNvPr>
          <p:cNvSpPr>
            <a:spLocks noGrp="1"/>
          </p:cNvSpPr>
          <p:nvPr>
            <p:ph type="body" sz="quarter" idx="14" hasCustomPrompt="1"/>
          </p:nvPr>
        </p:nvSpPr>
        <p:spPr>
          <a:xfrm>
            <a:off x="683568" y="4769070"/>
            <a:ext cx="3600400" cy="164998"/>
          </a:xfrm>
          <a:prstGeom prst="rect">
            <a:avLst/>
          </a:prstGeom>
        </p:spPr>
        <p:txBody>
          <a:bodyPr/>
          <a:lstStyle>
            <a:lvl1pPr algn="l">
              <a:spcBef>
                <a:spcPts val="0"/>
              </a:spcBef>
              <a:buNone/>
              <a:defRPr sz="800">
                <a:solidFill>
                  <a:schemeClr val="tx1"/>
                </a:solidFill>
              </a:defRPr>
            </a:lvl1pPr>
          </a:lstStyle>
          <a:p>
            <a:pPr lvl="0"/>
            <a:r>
              <a:rPr lang="fr-CA" dirty="0"/>
              <a:t>Nom du document si désiré</a:t>
            </a:r>
          </a:p>
        </p:txBody>
      </p:sp>
      <p:sp>
        <p:nvSpPr>
          <p:cNvPr id="4" name="Espace réservé du numéro de diapositive 5">
            <a:extLst>
              <a:ext uri="{FF2B5EF4-FFF2-40B4-BE49-F238E27FC236}">
                <a16:creationId xmlns:a16="http://schemas.microsoft.com/office/drawing/2014/main" id="{42A2E5EA-1973-7718-B376-082A31F8EA23}"/>
              </a:ext>
            </a:extLst>
          </p:cNvPr>
          <p:cNvSpPr>
            <a:spLocks noGrp="1"/>
          </p:cNvSpPr>
          <p:nvPr>
            <p:ph type="sldNum" sz="quarter" idx="4"/>
          </p:nvPr>
        </p:nvSpPr>
        <p:spPr>
          <a:xfrm>
            <a:off x="6656884" y="4747021"/>
            <a:ext cx="2057400" cy="274637"/>
          </a:xfrm>
          <a:prstGeom prst="rect">
            <a:avLst/>
          </a:prstGeom>
        </p:spPr>
        <p:txBody>
          <a:bodyPr vert="horz" lIns="91440" tIns="45720" rIns="91440" bIns="45720" rtlCol="0" anchor="ctr"/>
          <a:lstStyle>
            <a:lvl1pPr algn="r">
              <a:defRPr sz="1200">
                <a:solidFill>
                  <a:schemeClr val="tx1"/>
                </a:solidFill>
              </a:defRPr>
            </a:lvl1pPr>
          </a:lstStyle>
          <a:p>
            <a:fld id="{A7D211A3-7575-492B-8E98-5F9B497A4866}" type="slidenum">
              <a:rPr lang="fr-CA" smtClean="0"/>
              <a:pPr/>
              <a:t>‹N°›</a:t>
            </a:fld>
            <a:endParaRPr lang="fr-CA" dirty="0"/>
          </a:p>
        </p:txBody>
      </p:sp>
      <p:sp>
        <p:nvSpPr>
          <p:cNvPr id="6" name="ZoneTexte 5">
            <a:extLst>
              <a:ext uri="{FF2B5EF4-FFF2-40B4-BE49-F238E27FC236}">
                <a16:creationId xmlns:a16="http://schemas.microsoft.com/office/drawing/2014/main" id="{F0103595-13B4-22DD-1346-588D7F64A631}"/>
              </a:ext>
            </a:extLst>
          </p:cNvPr>
          <p:cNvSpPr txBox="1"/>
          <p:nvPr userDrawn="1"/>
        </p:nvSpPr>
        <p:spPr>
          <a:xfrm>
            <a:off x="251520" y="195486"/>
            <a:ext cx="8640960"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1000" dirty="0">
                <a:solidFill>
                  <a:schemeClr val="tx1"/>
                </a:solidFill>
              </a:rPr>
              <a:t>Santé Québec </a:t>
            </a:r>
            <a:r>
              <a:rPr lang="fr-CA" sz="1000" dirty="0" smtClean="0">
                <a:solidFill>
                  <a:schemeClr val="tx1"/>
                </a:solidFill>
              </a:rPr>
              <a:t>Laurentides</a:t>
            </a:r>
            <a:endParaRPr lang="fr-CA" sz="1000" dirty="0">
              <a:solidFill>
                <a:schemeClr val="tx1"/>
              </a:solidFill>
            </a:endParaRPr>
          </a:p>
          <a:p>
            <a:pPr algn="l"/>
            <a:endParaRPr lang="fr-CA" sz="1000" b="1" dirty="0">
              <a:solidFill>
                <a:schemeClr val="tx1">
                  <a:lumMod val="20000"/>
                  <a:lumOff val="80000"/>
                </a:schemeClr>
              </a:solidFill>
              <a:latin typeface="Segoe UI Light" panose="020B0502040204020203" pitchFamily="34" charset="0"/>
              <a:cs typeface="Segoe UI Light" panose="020B0502040204020203" pitchFamily="34" charset="0"/>
            </a:endParaRPr>
          </a:p>
        </p:txBody>
      </p:sp>
    </p:spTree>
    <p:extLst>
      <p:ext uri="{BB962C8B-B14F-4D97-AF65-F5344CB8AC3E}">
        <p14:creationId xmlns:p14="http://schemas.microsoft.com/office/powerpoint/2010/main" val="187355647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_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59E568C-A0C0-6EB5-DC90-44AC5793AF45}"/>
              </a:ext>
            </a:extLst>
          </p:cNvPr>
          <p:cNvSpPr>
            <a:spLocks noGrp="1"/>
          </p:cNvSpPr>
          <p:nvPr>
            <p:ph type="title"/>
          </p:nvPr>
        </p:nvSpPr>
        <p:spPr>
          <a:xfrm>
            <a:off x="630238" y="1443608"/>
            <a:ext cx="2949575" cy="408062"/>
          </a:xfrm>
          <a:prstGeom prst="rect">
            <a:avLst/>
          </a:prstGeom>
        </p:spPr>
        <p:txBody>
          <a:bodyPr anchor="t" anchorCtr="0">
            <a:normAutofit/>
          </a:bodyPr>
          <a:lstStyle>
            <a:lvl1pPr>
              <a:defRPr sz="1800">
                <a:solidFill>
                  <a:schemeClr val="accent1"/>
                </a:solidFill>
              </a:defRPr>
            </a:lvl1pPr>
          </a:lstStyle>
          <a:p>
            <a:r>
              <a:rPr lang="fr-FR" dirty="0"/>
              <a:t>Modifiez le style du titre</a:t>
            </a:r>
            <a:endParaRPr lang="fr-CA" dirty="0"/>
          </a:p>
        </p:txBody>
      </p:sp>
      <p:sp>
        <p:nvSpPr>
          <p:cNvPr id="5" name="Espace réservé du texte 3">
            <a:extLst>
              <a:ext uri="{FF2B5EF4-FFF2-40B4-BE49-F238E27FC236}">
                <a16:creationId xmlns:a16="http://schemas.microsoft.com/office/drawing/2014/main" id="{81C5B41E-09AB-998E-F3AA-CE096360E41B}"/>
              </a:ext>
            </a:extLst>
          </p:cNvPr>
          <p:cNvSpPr>
            <a:spLocks noGrp="1"/>
          </p:cNvSpPr>
          <p:nvPr>
            <p:ph type="body" sz="half" idx="2" hasCustomPrompt="1"/>
          </p:nvPr>
        </p:nvSpPr>
        <p:spPr>
          <a:xfrm>
            <a:off x="630238" y="1923678"/>
            <a:ext cx="7885112" cy="2478460"/>
          </a:xfrm>
          <a:prstGeom prst="rect">
            <a:avLst/>
          </a:prstGeom>
        </p:spPr>
        <p:txBody>
          <a:bodyPr numCol="2" spcCol="540000">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dirty="0"/>
              <a:t>Cliquez pour modifier les styles du texte du masque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fr-FR"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fr-FR"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fr-FR"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fr-FR"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fr-FR"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lang="fr-FR"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dirty="0"/>
              <a:t>Cliquez pour modifier les styles du texte du masque</a:t>
            </a:r>
          </a:p>
          <a:p>
            <a:pPr lvl="0"/>
            <a:endParaRPr lang="fr-FR" dirty="0"/>
          </a:p>
        </p:txBody>
      </p:sp>
      <p:sp>
        <p:nvSpPr>
          <p:cNvPr id="8" name="Espace réservé du texte 11">
            <a:extLst>
              <a:ext uri="{FF2B5EF4-FFF2-40B4-BE49-F238E27FC236}">
                <a16:creationId xmlns:a16="http://schemas.microsoft.com/office/drawing/2014/main" id="{33494170-6C82-08AB-C1F6-05D0DD8867F3}"/>
              </a:ext>
            </a:extLst>
          </p:cNvPr>
          <p:cNvSpPr>
            <a:spLocks noGrp="1"/>
          </p:cNvSpPr>
          <p:nvPr>
            <p:ph type="body" sz="quarter" idx="13" hasCustomPrompt="1"/>
          </p:nvPr>
        </p:nvSpPr>
        <p:spPr>
          <a:xfrm>
            <a:off x="628650" y="555526"/>
            <a:ext cx="7885113" cy="503238"/>
          </a:xfrm>
          <a:prstGeom prst="rect">
            <a:avLst/>
          </a:prstGeom>
        </p:spPr>
        <p:txBody>
          <a:bodyPr/>
          <a:lstStyle>
            <a:lvl1pPr>
              <a:buNone/>
              <a:defRPr sz="2400">
                <a:solidFill>
                  <a:schemeClr val="tx1"/>
                </a:solidFill>
                <a:latin typeface="+mj-lt"/>
              </a:defRPr>
            </a:lvl1pPr>
          </a:lstStyle>
          <a:p>
            <a:pPr lvl="0"/>
            <a:r>
              <a:rPr lang="fr-FR" dirty="0"/>
              <a:t>Modifiez le style du titre</a:t>
            </a:r>
            <a:endParaRPr lang="fr-CA" dirty="0"/>
          </a:p>
        </p:txBody>
      </p:sp>
      <p:sp>
        <p:nvSpPr>
          <p:cNvPr id="7" name="Espace réservé du texte 7">
            <a:extLst>
              <a:ext uri="{FF2B5EF4-FFF2-40B4-BE49-F238E27FC236}">
                <a16:creationId xmlns:a16="http://schemas.microsoft.com/office/drawing/2014/main" id="{3E9F3ED7-4736-7249-E74F-0653F58FA91A}"/>
              </a:ext>
            </a:extLst>
          </p:cNvPr>
          <p:cNvSpPr>
            <a:spLocks noGrp="1"/>
          </p:cNvSpPr>
          <p:nvPr>
            <p:ph type="body" sz="quarter" idx="14" hasCustomPrompt="1"/>
          </p:nvPr>
        </p:nvSpPr>
        <p:spPr>
          <a:xfrm>
            <a:off x="683568" y="4769070"/>
            <a:ext cx="3600400" cy="164998"/>
          </a:xfrm>
          <a:prstGeom prst="rect">
            <a:avLst/>
          </a:prstGeom>
        </p:spPr>
        <p:txBody>
          <a:bodyPr/>
          <a:lstStyle>
            <a:lvl1pPr algn="l">
              <a:spcBef>
                <a:spcPts val="0"/>
              </a:spcBef>
              <a:buNone/>
              <a:defRPr sz="800">
                <a:solidFill>
                  <a:schemeClr val="tx1"/>
                </a:solidFill>
              </a:defRPr>
            </a:lvl1pPr>
          </a:lstStyle>
          <a:p>
            <a:pPr lvl="0"/>
            <a:r>
              <a:rPr lang="fr-CA" dirty="0"/>
              <a:t>Nom du document si désiré</a:t>
            </a:r>
          </a:p>
        </p:txBody>
      </p:sp>
      <p:sp>
        <p:nvSpPr>
          <p:cNvPr id="4" name="Espace réservé du numéro de diapositive 5">
            <a:extLst>
              <a:ext uri="{FF2B5EF4-FFF2-40B4-BE49-F238E27FC236}">
                <a16:creationId xmlns:a16="http://schemas.microsoft.com/office/drawing/2014/main" id="{DDF53DFF-A7D5-CC34-B726-66D5E497DB5A}"/>
              </a:ext>
            </a:extLst>
          </p:cNvPr>
          <p:cNvSpPr>
            <a:spLocks noGrp="1"/>
          </p:cNvSpPr>
          <p:nvPr>
            <p:ph type="sldNum" sz="quarter" idx="4"/>
          </p:nvPr>
        </p:nvSpPr>
        <p:spPr>
          <a:xfrm>
            <a:off x="6656884" y="4747021"/>
            <a:ext cx="2057400" cy="274637"/>
          </a:xfrm>
          <a:prstGeom prst="rect">
            <a:avLst/>
          </a:prstGeom>
        </p:spPr>
        <p:txBody>
          <a:bodyPr vert="horz" lIns="91440" tIns="45720" rIns="91440" bIns="45720" rtlCol="0" anchor="ctr"/>
          <a:lstStyle>
            <a:lvl1pPr algn="r">
              <a:defRPr sz="1200">
                <a:solidFill>
                  <a:schemeClr val="tx1"/>
                </a:solidFill>
              </a:defRPr>
            </a:lvl1pPr>
          </a:lstStyle>
          <a:p>
            <a:fld id="{A7D211A3-7575-492B-8E98-5F9B497A4866}" type="slidenum">
              <a:rPr lang="fr-CA" smtClean="0"/>
              <a:pPr/>
              <a:t>‹N°›</a:t>
            </a:fld>
            <a:endParaRPr lang="fr-CA" dirty="0"/>
          </a:p>
        </p:txBody>
      </p:sp>
      <p:sp>
        <p:nvSpPr>
          <p:cNvPr id="6" name="ZoneTexte 5">
            <a:extLst>
              <a:ext uri="{FF2B5EF4-FFF2-40B4-BE49-F238E27FC236}">
                <a16:creationId xmlns:a16="http://schemas.microsoft.com/office/drawing/2014/main" id="{D8F19D44-AE5E-B97F-6226-E870E9717984}"/>
              </a:ext>
            </a:extLst>
          </p:cNvPr>
          <p:cNvSpPr txBox="1"/>
          <p:nvPr userDrawn="1"/>
        </p:nvSpPr>
        <p:spPr>
          <a:xfrm>
            <a:off x="251520" y="195486"/>
            <a:ext cx="8640960"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1000" dirty="0">
                <a:solidFill>
                  <a:schemeClr val="tx1"/>
                </a:solidFill>
              </a:rPr>
              <a:t>Santé Québec </a:t>
            </a:r>
            <a:r>
              <a:rPr lang="fr-CA" sz="1000" dirty="0" smtClean="0">
                <a:solidFill>
                  <a:schemeClr val="tx1"/>
                </a:solidFill>
              </a:rPr>
              <a:t>Laurentides</a:t>
            </a:r>
            <a:endParaRPr lang="fr-CA" sz="1000" dirty="0">
              <a:solidFill>
                <a:schemeClr val="tx1"/>
              </a:solidFill>
            </a:endParaRPr>
          </a:p>
          <a:p>
            <a:pPr algn="l"/>
            <a:endParaRPr lang="fr-CA" sz="1000" b="1" dirty="0">
              <a:solidFill>
                <a:schemeClr val="tx1">
                  <a:lumMod val="20000"/>
                  <a:lumOff val="80000"/>
                </a:schemeClr>
              </a:solidFill>
              <a:latin typeface="Segoe UI Light" panose="020B0502040204020203" pitchFamily="34" charset="0"/>
              <a:cs typeface="Segoe UI Light" panose="020B0502040204020203" pitchFamily="34" charset="0"/>
            </a:endParaRPr>
          </a:p>
        </p:txBody>
      </p:sp>
    </p:spTree>
    <p:extLst>
      <p:ext uri="{BB962C8B-B14F-4D97-AF65-F5344CB8AC3E}">
        <p14:creationId xmlns:p14="http://schemas.microsoft.com/office/powerpoint/2010/main" val="329016614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Deux contenus">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77622D76-894D-AD1F-EC10-550A6729AFBD}"/>
              </a:ext>
            </a:extLst>
          </p:cNvPr>
          <p:cNvSpPr>
            <a:spLocks noGrp="1"/>
          </p:cNvSpPr>
          <p:nvPr>
            <p:ph sz="half" idx="1"/>
          </p:nvPr>
        </p:nvSpPr>
        <p:spPr>
          <a:xfrm>
            <a:off x="628650" y="1370013"/>
            <a:ext cx="3867150" cy="3262312"/>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u contenu 3">
            <a:extLst>
              <a:ext uri="{FF2B5EF4-FFF2-40B4-BE49-F238E27FC236}">
                <a16:creationId xmlns:a16="http://schemas.microsoft.com/office/drawing/2014/main" id="{352C815A-933C-BE6D-E91F-0AB38952DC14}"/>
              </a:ext>
            </a:extLst>
          </p:cNvPr>
          <p:cNvSpPr>
            <a:spLocks noGrp="1"/>
          </p:cNvSpPr>
          <p:nvPr>
            <p:ph sz="half" idx="2"/>
          </p:nvPr>
        </p:nvSpPr>
        <p:spPr>
          <a:xfrm>
            <a:off x="4648200" y="1370013"/>
            <a:ext cx="3867150" cy="3262312"/>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6" name="Espace réservé du texte 11">
            <a:extLst>
              <a:ext uri="{FF2B5EF4-FFF2-40B4-BE49-F238E27FC236}">
                <a16:creationId xmlns:a16="http://schemas.microsoft.com/office/drawing/2014/main" id="{7EA601D3-EDE4-1342-8DB0-826E65F2C956}"/>
              </a:ext>
            </a:extLst>
          </p:cNvPr>
          <p:cNvSpPr>
            <a:spLocks noGrp="1"/>
          </p:cNvSpPr>
          <p:nvPr>
            <p:ph type="body" sz="quarter" idx="13" hasCustomPrompt="1"/>
          </p:nvPr>
        </p:nvSpPr>
        <p:spPr>
          <a:xfrm>
            <a:off x="628650" y="555526"/>
            <a:ext cx="7885113" cy="503238"/>
          </a:xfrm>
          <a:prstGeom prst="rect">
            <a:avLst/>
          </a:prstGeom>
        </p:spPr>
        <p:txBody>
          <a:bodyPr/>
          <a:lstStyle>
            <a:lvl1pPr>
              <a:buNone/>
              <a:defRPr sz="2400">
                <a:solidFill>
                  <a:schemeClr val="tx1"/>
                </a:solidFill>
                <a:latin typeface="+mj-lt"/>
              </a:defRPr>
            </a:lvl1pPr>
          </a:lstStyle>
          <a:p>
            <a:pPr lvl="0"/>
            <a:r>
              <a:rPr lang="fr-FR" dirty="0"/>
              <a:t>Modifiez le style du titre</a:t>
            </a:r>
            <a:endParaRPr lang="fr-CA" dirty="0"/>
          </a:p>
        </p:txBody>
      </p:sp>
      <p:sp>
        <p:nvSpPr>
          <p:cNvPr id="8" name="Espace réservé du texte 7">
            <a:extLst>
              <a:ext uri="{FF2B5EF4-FFF2-40B4-BE49-F238E27FC236}">
                <a16:creationId xmlns:a16="http://schemas.microsoft.com/office/drawing/2014/main" id="{2E87F2A8-AB5C-E595-4B2A-AC4D9A971A54}"/>
              </a:ext>
            </a:extLst>
          </p:cNvPr>
          <p:cNvSpPr>
            <a:spLocks noGrp="1"/>
          </p:cNvSpPr>
          <p:nvPr>
            <p:ph type="body" sz="quarter" idx="14" hasCustomPrompt="1"/>
          </p:nvPr>
        </p:nvSpPr>
        <p:spPr>
          <a:xfrm>
            <a:off x="683568" y="4769070"/>
            <a:ext cx="3600400" cy="164998"/>
          </a:xfrm>
          <a:prstGeom prst="rect">
            <a:avLst/>
          </a:prstGeom>
        </p:spPr>
        <p:txBody>
          <a:bodyPr/>
          <a:lstStyle>
            <a:lvl1pPr algn="l">
              <a:spcBef>
                <a:spcPts val="0"/>
              </a:spcBef>
              <a:buNone/>
              <a:defRPr sz="800">
                <a:solidFill>
                  <a:schemeClr val="tx1"/>
                </a:solidFill>
              </a:defRPr>
            </a:lvl1pPr>
          </a:lstStyle>
          <a:p>
            <a:pPr lvl="0"/>
            <a:r>
              <a:rPr lang="fr-CA" dirty="0"/>
              <a:t>Nom du document si désiré</a:t>
            </a:r>
          </a:p>
        </p:txBody>
      </p:sp>
      <p:sp>
        <p:nvSpPr>
          <p:cNvPr id="5" name="Espace réservé du numéro de diapositive 5">
            <a:extLst>
              <a:ext uri="{FF2B5EF4-FFF2-40B4-BE49-F238E27FC236}">
                <a16:creationId xmlns:a16="http://schemas.microsoft.com/office/drawing/2014/main" id="{5FE0C06C-2C86-C603-E88C-1AFAA7587B56}"/>
              </a:ext>
            </a:extLst>
          </p:cNvPr>
          <p:cNvSpPr>
            <a:spLocks noGrp="1"/>
          </p:cNvSpPr>
          <p:nvPr>
            <p:ph type="sldNum" sz="quarter" idx="4"/>
          </p:nvPr>
        </p:nvSpPr>
        <p:spPr>
          <a:xfrm>
            <a:off x="6656884" y="4747021"/>
            <a:ext cx="2057400" cy="274637"/>
          </a:xfrm>
          <a:prstGeom prst="rect">
            <a:avLst/>
          </a:prstGeom>
        </p:spPr>
        <p:txBody>
          <a:bodyPr vert="horz" lIns="91440" tIns="45720" rIns="91440" bIns="45720" rtlCol="0" anchor="ctr"/>
          <a:lstStyle>
            <a:lvl1pPr algn="r">
              <a:defRPr sz="1200">
                <a:solidFill>
                  <a:schemeClr val="tx1"/>
                </a:solidFill>
              </a:defRPr>
            </a:lvl1pPr>
          </a:lstStyle>
          <a:p>
            <a:fld id="{A7D211A3-7575-492B-8E98-5F9B497A4866}" type="slidenum">
              <a:rPr lang="fr-CA" smtClean="0"/>
              <a:pPr/>
              <a:t>‹N°›</a:t>
            </a:fld>
            <a:endParaRPr lang="fr-CA" dirty="0"/>
          </a:p>
        </p:txBody>
      </p:sp>
      <p:sp>
        <p:nvSpPr>
          <p:cNvPr id="7" name="ZoneTexte 6">
            <a:extLst>
              <a:ext uri="{FF2B5EF4-FFF2-40B4-BE49-F238E27FC236}">
                <a16:creationId xmlns:a16="http://schemas.microsoft.com/office/drawing/2014/main" id="{F35023BC-280C-E426-FE0E-FA2410BD4545}"/>
              </a:ext>
            </a:extLst>
          </p:cNvPr>
          <p:cNvSpPr txBox="1"/>
          <p:nvPr userDrawn="1"/>
        </p:nvSpPr>
        <p:spPr>
          <a:xfrm>
            <a:off x="251520" y="195486"/>
            <a:ext cx="8640960"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1000" dirty="0" smtClean="0">
                <a:solidFill>
                  <a:schemeClr val="tx1"/>
                </a:solidFill>
              </a:rPr>
              <a:t>Santé Québec Laurentides</a:t>
            </a:r>
          </a:p>
          <a:p>
            <a:pPr algn="l"/>
            <a:endParaRPr lang="fr-CA" sz="1000" b="1" dirty="0">
              <a:solidFill>
                <a:schemeClr val="tx1">
                  <a:lumMod val="20000"/>
                  <a:lumOff val="80000"/>
                </a:schemeClr>
              </a:solidFill>
              <a:latin typeface="Segoe UI Light" panose="020B0502040204020203" pitchFamily="34" charset="0"/>
              <a:cs typeface="Segoe UI Light" panose="020B0502040204020203" pitchFamily="34" charset="0"/>
            </a:endParaRPr>
          </a:p>
        </p:txBody>
      </p:sp>
    </p:spTree>
    <p:extLst>
      <p:ext uri="{BB962C8B-B14F-4D97-AF65-F5344CB8AC3E}">
        <p14:creationId xmlns:p14="http://schemas.microsoft.com/office/powerpoint/2010/main" val="428999935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mparaison">
    <p:spTree>
      <p:nvGrpSpPr>
        <p:cNvPr id="1" name=""/>
        <p:cNvGrpSpPr/>
        <p:nvPr/>
      </p:nvGrpSpPr>
      <p:grpSpPr>
        <a:xfrm>
          <a:off x="0" y="0"/>
          <a:ext cx="0" cy="0"/>
          <a:chOff x="0" y="0"/>
          <a:chExt cx="0" cy="0"/>
        </a:xfrm>
      </p:grpSpPr>
      <p:sp>
        <p:nvSpPr>
          <p:cNvPr id="3" name="Espace réservé du texte 2">
            <a:extLst>
              <a:ext uri="{FF2B5EF4-FFF2-40B4-BE49-F238E27FC236}">
                <a16:creationId xmlns:a16="http://schemas.microsoft.com/office/drawing/2014/main" id="{02E46C65-A086-B040-D74A-542EAA35D26A}"/>
              </a:ext>
            </a:extLst>
          </p:cNvPr>
          <p:cNvSpPr>
            <a:spLocks noGrp="1"/>
          </p:cNvSpPr>
          <p:nvPr>
            <p:ph type="body" idx="1"/>
          </p:nvPr>
        </p:nvSpPr>
        <p:spPr>
          <a:xfrm>
            <a:off x="611560" y="1347614"/>
            <a:ext cx="3686249" cy="619125"/>
          </a:xfrm>
          <a:prstGeom prst="rect">
            <a:avLst/>
          </a:prstGeom>
        </p:spPr>
        <p:txBody>
          <a:bodyPr anchor="b">
            <a:noAutofit/>
          </a:bodyPr>
          <a:lstStyle>
            <a:lvl1pPr marL="0" indent="0">
              <a:buNone/>
              <a:defRPr sz="2000" b="1">
                <a:solidFill>
                  <a:schemeClr val="accent1"/>
                </a:solidFill>
                <a:latin typeface="Segoe UI Semibold" panose="020B0702040204020203" pitchFamily="34" charset="0"/>
                <a:cs typeface="Segoe UI Semibold" panose="020B07020402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dirty="0"/>
              <a:t>Cliquez pour modifier les styles du texte du masque</a:t>
            </a:r>
          </a:p>
        </p:txBody>
      </p:sp>
      <p:sp>
        <p:nvSpPr>
          <p:cNvPr id="4" name="Espace réservé du contenu 3">
            <a:extLst>
              <a:ext uri="{FF2B5EF4-FFF2-40B4-BE49-F238E27FC236}">
                <a16:creationId xmlns:a16="http://schemas.microsoft.com/office/drawing/2014/main" id="{265FF221-DC3B-FE1A-C8FF-95C2E2371E72}"/>
              </a:ext>
            </a:extLst>
          </p:cNvPr>
          <p:cNvSpPr>
            <a:spLocks noGrp="1"/>
          </p:cNvSpPr>
          <p:nvPr>
            <p:ph sz="half" idx="2"/>
          </p:nvPr>
        </p:nvSpPr>
        <p:spPr>
          <a:xfrm>
            <a:off x="611560" y="1966739"/>
            <a:ext cx="3686249" cy="2762250"/>
          </a:xfrm>
          <a:prstGeom prst="rect">
            <a:avLst/>
          </a:prstGeom>
        </p:spPr>
        <p:txBody>
          <a:bodyPr/>
          <a:lstStyle>
            <a:lvl1pPr>
              <a:defRPr sz="1800"/>
            </a:lvl1p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fr-CA" dirty="0"/>
          </a:p>
        </p:txBody>
      </p:sp>
      <p:sp>
        <p:nvSpPr>
          <p:cNvPr id="5" name="Espace réservé du texte 4">
            <a:extLst>
              <a:ext uri="{FF2B5EF4-FFF2-40B4-BE49-F238E27FC236}">
                <a16:creationId xmlns:a16="http://schemas.microsoft.com/office/drawing/2014/main" id="{A08EE838-7F54-8C72-878C-54C767CC446E}"/>
              </a:ext>
            </a:extLst>
          </p:cNvPr>
          <p:cNvSpPr>
            <a:spLocks noGrp="1"/>
          </p:cNvSpPr>
          <p:nvPr>
            <p:ph type="body" sz="quarter" idx="3"/>
          </p:nvPr>
        </p:nvSpPr>
        <p:spPr>
          <a:xfrm>
            <a:off x="4427984" y="1347614"/>
            <a:ext cx="3887788" cy="619125"/>
          </a:xfrm>
          <a:prstGeom prst="rect">
            <a:avLst/>
          </a:prstGeom>
        </p:spPr>
        <p:txBody>
          <a:bodyPr anchor="b">
            <a:noAutofit/>
          </a:bodyPr>
          <a:lstStyle>
            <a:lvl1pPr marL="0" indent="0">
              <a:buNone/>
              <a:defRPr sz="2000" b="1">
                <a:solidFill>
                  <a:schemeClr val="accent1"/>
                </a:solidFill>
                <a:latin typeface="Segoe UI Semibold" panose="020B0702040204020203" pitchFamily="34" charset="0"/>
                <a:cs typeface="Segoe UI Semibold" panose="020B07020402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dirty="0"/>
              <a:t>Cliquez pour modifier les styles du texte du masque</a:t>
            </a:r>
          </a:p>
        </p:txBody>
      </p:sp>
      <p:sp>
        <p:nvSpPr>
          <p:cNvPr id="6" name="Espace réservé du contenu 5">
            <a:extLst>
              <a:ext uri="{FF2B5EF4-FFF2-40B4-BE49-F238E27FC236}">
                <a16:creationId xmlns:a16="http://schemas.microsoft.com/office/drawing/2014/main" id="{F036F56F-E875-D014-551C-35E1DFC26348}"/>
              </a:ext>
            </a:extLst>
          </p:cNvPr>
          <p:cNvSpPr>
            <a:spLocks noGrp="1"/>
          </p:cNvSpPr>
          <p:nvPr>
            <p:ph sz="quarter" idx="4"/>
          </p:nvPr>
        </p:nvSpPr>
        <p:spPr>
          <a:xfrm>
            <a:off x="4427984" y="1966739"/>
            <a:ext cx="3887788" cy="2762250"/>
          </a:xfrm>
          <a:prstGeom prst="rect">
            <a:avLst/>
          </a:prstGeom>
        </p:spPr>
        <p:txBody>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fr-CA" dirty="0"/>
          </a:p>
        </p:txBody>
      </p:sp>
      <p:sp>
        <p:nvSpPr>
          <p:cNvPr id="8" name="Espace réservé du texte 11">
            <a:extLst>
              <a:ext uri="{FF2B5EF4-FFF2-40B4-BE49-F238E27FC236}">
                <a16:creationId xmlns:a16="http://schemas.microsoft.com/office/drawing/2014/main" id="{A626CF9C-9902-5D46-7261-78846EC0EE38}"/>
              </a:ext>
            </a:extLst>
          </p:cNvPr>
          <p:cNvSpPr>
            <a:spLocks noGrp="1"/>
          </p:cNvSpPr>
          <p:nvPr>
            <p:ph type="body" sz="quarter" idx="13" hasCustomPrompt="1"/>
          </p:nvPr>
        </p:nvSpPr>
        <p:spPr>
          <a:xfrm>
            <a:off x="628650" y="555526"/>
            <a:ext cx="7885113" cy="503238"/>
          </a:xfrm>
          <a:prstGeom prst="rect">
            <a:avLst/>
          </a:prstGeom>
        </p:spPr>
        <p:txBody>
          <a:bodyPr/>
          <a:lstStyle>
            <a:lvl1pPr>
              <a:buNone/>
              <a:defRPr sz="2400">
                <a:solidFill>
                  <a:schemeClr val="tx1"/>
                </a:solidFill>
                <a:latin typeface="+mj-lt"/>
              </a:defRPr>
            </a:lvl1pPr>
          </a:lstStyle>
          <a:p>
            <a:pPr lvl="0"/>
            <a:r>
              <a:rPr lang="fr-FR" dirty="0"/>
              <a:t>Modifiez le style du titre</a:t>
            </a:r>
            <a:endParaRPr lang="fr-CA" dirty="0"/>
          </a:p>
        </p:txBody>
      </p:sp>
      <p:sp>
        <p:nvSpPr>
          <p:cNvPr id="10" name="Espace réservé du texte 7">
            <a:extLst>
              <a:ext uri="{FF2B5EF4-FFF2-40B4-BE49-F238E27FC236}">
                <a16:creationId xmlns:a16="http://schemas.microsoft.com/office/drawing/2014/main" id="{016B714D-26CC-FBCD-EEDD-2B59578C9C45}"/>
              </a:ext>
            </a:extLst>
          </p:cNvPr>
          <p:cNvSpPr>
            <a:spLocks noGrp="1"/>
          </p:cNvSpPr>
          <p:nvPr>
            <p:ph type="body" sz="quarter" idx="14" hasCustomPrompt="1"/>
          </p:nvPr>
        </p:nvSpPr>
        <p:spPr>
          <a:xfrm>
            <a:off x="683568" y="4769070"/>
            <a:ext cx="3600400" cy="164998"/>
          </a:xfrm>
          <a:prstGeom prst="rect">
            <a:avLst/>
          </a:prstGeom>
        </p:spPr>
        <p:txBody>
          <a:bodyPr/>
          <a:lstStyle>
            <a:lvl1pPr algn="l">
              <a:spcBef>
                <a:spcPts val="0"/>
              </a:spcBef>
              <a:buNone/>
              <a:defRPr sz="800">
                <a:solidFill>
                  <a:schemeClr val="tx1"/>
                </a:solidFill>
              </a:defRPr>
            </a:lvl1pPr>
          </a:lstStyle>
          <a:p>
            <a:pPr lvl="0"/>
            <a:r>
              <a:rPr lang="fr-CA" dirty="0"/>
              <a:t>Nom du document si désiré</a:t>
            </a:r>
          </a:p>
        </p:txBody>
      </p:sp>
      <p:sp>
        <p:nvSpPr>
          <p:cNvPr id="7" name="Espace réservé du numéro de diapositive 5">
            <a:extLst>
              <a:ext uri="{FF2B5EF4-FFF2-40B4-BE49-F238E27FC236}">
                <a16:creationId xmlns:a16="http://schemas.microsoft.com/office/drawing/2014/main" id="{4EF59B57-25D4-8012-65BB-287F2F1758BC}"/>
              </a:ext>
            </a:extLst>
          </p:cNvPr>
          <p:cNvSpPr>
            <a:spLocks noGrp="1"/>
          </p:cNvSpPr>
          <p:nvPr>
            <p:ph type="sldNum" sz="quarter" idx="15"/>
          </p:nvPr>
        </p:nvSpPr>
        <p:spPr>
          <a:xfrm>
            <a:off x="6656884" y="4747021"/>
            <a:ext cx="2057400" cy="274637"/>
          </a:xfrm>
          <a:prstGeom prst="rect">
            <a:avLst/>
          </a:prstGeom>
        </p:spPr>
        <p:txBody>
          <a:bodyPr vert="horz" lIns="91440" tIns="45720" rIns="91440" bIns="45720" rtlCol="0" anchor="ctr"/>
          <a:lstStyle>
            <a:lvl1pPr algn="r">
              <a:defRPr sz="1200">
                <a:solidFill>
                  <a:schemeClr val="tx1"/>
                </a:solidFill>
              </a:defRPr>
            </a:lvl1pPr>
          </a:lstStyle>
          <a:p>
            <a:fld id="{A7D211A3-7575-492B-8E98-5F9B497A4866}" type="slidenum">
              <a:rPr lang="fr-CA" smtClean="0"/>
              <a:pPr/>
              <a:t>‹N°›</a:t>
            </a:fld>
            <a:endParaRPr lang="fr-CA" dirty="0"/>
          </a:p>
        </p:txBody>
      </p:sp>
      <p:sp>
        <p:nvSpPr>
          <p:cNvPr id="9" name="ZoneTexte 8">
            <a:extLst>
              <a:ext uri="{FF2B5EF4-FFF2-40B4-BE49-F238E27FC236}">
                <a16:creationId xmlns:a16="http://schemas.microsoft.com/office/drawing/2014/main" id="{64B45C5F-CB44-6B73-FCAC-1971B809AC07}"/>
              </a:ext>
            </a:extLst>
          </p:cNvPr>
          <p:cNvSpPr txBox="1"/>
          <p:nvPr userDrawn="1"/>
        </p:nvSpPr>
        <p:spPr>
          <a:xfrm>
            <a:off x="251520" y="195486"/>
            <a:ext cx="8640960"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1000" dirty="0" smtClean="0">
                <a:solidFill>
                  <a:schemeClr val="tx1"/>
                </a:solidFill>
              </a:rPr>
              <a:t>Santé Québec Laurentides</a:t>
            </a:r>
          </a:p>
          <a:p>
            <a:pPr algn="l"/>
            <a:endParaRPr lang="fr-CA" sz="1000" b="1" dirty="0">
              <a:solidFill>
                <a:schemeClr val="tx1">
                  <a:lumMod val="20000"/>
                  <a:lumOff val="80000"/>
                </a:schemeClr>
              </a:solidFill>
              <a:latin typeface="Segoe UI Light" panose="020B0502040204020203" pitchFamily="34" charset="0"/>
              <a:cs typeface="Segoe UI Light" panose="020B0502040204020203" pitchFamily="34" charset="0"/>
            </a:endParaRPr>
          </a:p>
        </p:txBody>
      </p:sp>
    </p:spTree>
    <p:extLst>
      <p:ext uri="{BB962C8B-B14F-4D97-AF65-F5344CB8AC3E}">
        <p14:creationId xmlns:p14="http://schemas.microsoft.com/office/powerpoint/2010/main" val="54731418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ntenu avec légende">
    <p:spTree>
      <p:nvGrpSpPr>
        <p:cNvPr id="1" name=""/>
        <p:cNvGrpSpPr/>
        <p:nvPr/>
      </p:nvGrpSpPr>
      <p:grpSpPr>
        <a:xfrm>
          <a:off x="0" y="0"/>
          <a:ext cx="0" cy="0"/>
          <a:chOff x="0" y="0"/>
          <a:chExt cx="0" cy="0"/>
        </a:xfrm>
      </p:grpSpPr>
      <p:sp>
        <p:nvSpPr>
          <p:cNvPr id="9" name="Titre 1">
            <a:extLst>
              <a:ext uri="{FF2B5EF4-FFF2-40B4-BE49-F238E27FC236}">
                <a16:creationId xmlns:a16="http://schemas.microsoft.com/office/drawing/2014/main" id="{7FDCBA3F-660B-5925-A289-200380D85CF3}"/>
              </a:ext>
            </a:extLst>
          </p:cNvPr>
          <p:cNvSpPr>
            <a:spLocks noGrp="1"/>
          </p:cNvSpPr>
          <p:nvPr>
            <p:ph type="title"/>
          </p:nvPr>
        </p:nvSpPr>
        <p:spPr>
          <a:xfrm>
            <a:off x="630238" y="1443608"/>
            <a:ext cx="2949575" cy="408062"/>
          </a:xfrm>
          <a:prstGeom prst="rect">
            <a:avLst/>
          </a:prstGeom>
        </p:spPr>
        <p:txBody>
          <a:bodyPr anchor="t" anchorCtr="0">
            <a:normAutofit/>
          </a:bodyPr>
          <a:lstStyle>
            <a:lvl1pPr>
              <a:defRPr sz="1800">
                <a:solidFill>
                  <a:schemeClr val="accent1"/>
                </a:solidFill>
              </a:defRPr>
            </a:lvl1pPr>
          </a:lstStyle>
          <a:p>
            <a:r>
              <a:rPr lang="fr-FR" dirty="0"/>
              <a:t>Modifiez le style du titre</a:t>
            </a:r>
            <a:endParaRPr lang="fr-CA" dirty="0"/>
          </a:p>
        </p:txBody>
      </p:sp>
      <p:sp>
        <p:nvSpPr>
          <p:cNvPr id="10" name="Espace réservé du texte 3">
            <a:extLst>
              <a:ext uri="{FF2B5EF4-FFF2-40B4-BE49-F238E27FC236}">
                <a16:creationId xmlns:a16="http://schemas.microsoft.com/office/drawing/2014/main" id="{CA642D2D-9BAA-E3E8-F217-7DD84A85E929}"/>
              </a:ext>
            </a:extLst>
          </p:cNvPr>
          <p:cNvSpPr>
            <a:spLocks noGrp="1"/>
          </p:cNvSpPr>
          <p:nvPr>
            <p:ph type="body" sz="half" idx="2"/>
          </p:nvPr>
        </p:nvSpPr>
        <p:spPr>
          <a:xfrm>
            <a:off x="630238" y="1923678"/>
            <a:ext cx="2949575" cy="2478460"/>
          </a:xfrm>
          <a:prstGeom prst="rect">
            <a:avLst/>
          </a:prstGeom>
        </p:spPr>
        <p:txBody>
          <a:bodyPr>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dirty="0"/>
              <a:t>Cliquez pour modifier les styles du texte du masque</a:t>
            </a:r>
          </a:p>
        </p:txBody>
      </p:sp>
      <p:sp>
        <p:nvSpPr>
          <p:cNvPr id="11" name="Espace réservé du contenu 5">
            <a:extLst>
              <a:ext uri="{FF2B5EF4-FFF2-40B4-BE49-F238E27FC236}">
                <a16:creationId xmlns:a16="http://schemas.microsoft.com/office/drawing/2014/main" id="{BD519BD6-5F05-F52C-19AF-58BD8D5F9A22}"/>
              </a:ext>
            </a:extLst>
          </p:cNvPr>
          <p:cNvSpPr>
            <a:spLocks noGrp="1"/>
          </p:cNvSpPr>
          <p:nvPr>
            <p:ph sz="quarter" idx="4"/>
          </p:nvPr>
        </p:nvSpPr>
        <p:spPr>
          <a:xfrm>
            <a:off x="3851920" y="1443608"/>
            <a:ext cx="4536504" cy="2958530"/>
          </a:xfrm>
          <a:prstGeom prst="rect">
            <a:avLst/>
          </a:prstGeom>
        </p:spPr>
        <p:txBody>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fr-CA" dirty="0"/>
          </a:p>
        </p:txBody>
      </p:sp>
      <p:sp>
        <p:nvSpPr>
          <p:cNvPr id="3" name="Espace réservé du texte 11">
            <a:extLst>
              <a:ext uri="{FF2B5EF4-FFF2-40B4-BE49-F238E27FC236}">
                <a16:creationId xmlns:a16="http://schemas.microsoft.com/office/drawing/2014/main" id="{736E3B41-5BD1-922F-EE25-C32A5A9DF7E4}"/>
              </a:ext>
            </a:extLst>
          </p:cNvPr>
          <p:cNvSpPr>
            <a:spLocks noGrp="1"/>
          </p:cNvSpPr>
          <p:nvPr>
            <p:ph type="body" sz="quarter" idx="13" hasCustomPrompt="1"/>
          </p:nvPr>
        </p:nvSpPr>
        <p:spPr>
          <a:xfrm>
            <a:off x="628650" y="555526"/>
            <a:ext cx="7885113" cy="503238"/>
          </a:xfrm>
          <a:prstGeom prst="rect">
            <a:avLst/>
          </a:prstGeom>
        </p:spPr>
        <p:txBody>
          <a:bodyPr/>
          <a:lstStyle>
            <a:lvl1pPr>
              <a:buNone/>
              <a:defRPr sz="2400">
                <a:solidFill>
                  <a:schemeClr val="tx1"/>
                </a:solidFill>
                <a:latin typeface="+mj-lt"/>
              </a:defRPr>
            </a:lvl1pPr>
          </a:lstStyle>
          <a:p>
            <a:pPr lvl="0"/>
            <a:r>
              <a:rPr lang="fr-FR" dirty="0"/>
              <a:t>Modifiez le style du titre</a:t>
            </a:r>
            <a:endParaRPr lang="fr-CA" dirty="0"/>
          </a:p>
        </p:txBody>
      </p:sp>
      <p:sp>
        <p:nvSpPr>
          <p:cNvPr id="4" name="Espace réservé du texte 7">
            <a:extLst>
              <a:ext uri="{FF2B5EF4-FFF2-40B4-BE49-F238E27FC236}">
                <a16:creationId xmlns:a16="http://schemas.microsoft.com/office/drawing/2014/main" id="{F8CD0BA8-FE96-FDBC-CD46-990CAFB6D85F}"/>
              </a:ext>
            </a:extLst>
          </p:cNvPr>
          <p:cNvSpPr>
            <a:spLocks noGrp="1"/>
          </p:cNvSpPr>
          <p:nvPr>
            <p:ph type="body" sz="quarter" idx="14" hasCustomPrompt="1"/>
          </p:nvPr>
        </p:nvSpPr>
        <p:spPr>
          <a:xfrm>
            <a:off x="683568" y="4769070"/>
            <a:ext cx="3600400" cy="164998"/>
          </a:xfrm>
          <a:prstGeom prst="rect">
            <a:avLst/>
          </a:prstGeom>
        </p:spPr>
        <p:txBody>
          <a:bodyPr/>
          <a:lstStyle>
            <a:lvl1pPr algn="l">
              <a:spcBef>
                <a:spcPts val="0"/>
              </a:spcBef>
              <a:buNone/>
              <a:defRPr sz="800">
                <a:solidFill>
                  <a:schemeClr val="tx1"/>
                </a:solidFill>
              </a:defRPr>
            </a:lvl1pPr>
          </a:lstStyle>
          <a:p>
            <a:pPr lvl="0"/>
            <a:r>
              <a:rPr lang="fr-CA" dirty="0"/>
              <a:t>Nom du document si désiré</a:t>
            </a:r>
          </a:p>
        </p:txBody>
      </p:sp>
      <p:sp>
        <p:nvSpPr>
          <p:cNvPr id="5" name="Espace réservé du numéro de diapositive 5">
            <a:extLst>
              <a:ext uri="{FF2B5EF4-FFF2-40B4-BE49-F238E27FC236}">
                <a16:creationId xmlns:a16="http://schemas.microsoft.com/office/drawing/2014/main" id="{31321283-DC80-C179-BDC6-2542003DC9DA}"/>
              </a:ext>
            </a:extLst>
          </p:cNvPr>
          <p:cNvSpPr>
            <a:spLocks noGrp="1"/>
          </p:cNvSpPr>
          <p:nvPr>
            <p:ph type="sldNum" sz="quarter" idx="15"/>
          </p:nvPr>
        </p:nvSpPr>
        <p:spPr>
          <a:xfrm>
            <a:off x="6656884" y="4747021"/>
            <a:ext cx="2057400" cy="274637"/>
          </a:xfrm>
          <a:prstGeom prst="rect">
            <a:avLst/>
          </a:prstGeom>
        </p:spPr>
        <p:txBody>
          <a:bodyPr vert="horz" lIns="91440" tIns="45720" rIns="91440" bIns="45720" rtlCol="0" anchor="ctr"/>
          <a:lstStyle>
            <a:lvl1pPr algn="r">
              <a:defRPr sz="1200">
                <a:solidFill>
                  <a:schemeClr val="tx1"/>
                </a:solidFill>
              </a:defRPr>
            </a:lvl1pPr>
          </a:lstStyle>
          <a:p>
            <a:fld id="{A7D211A3-7575-492B-8E98-5F9B497A4866}" type="slidenum">
              <a:rPr lang="fr-CA" smtClean="0"/>
              <a:pPr/>
              <a:t>‹N°›</a:t>
            </a:fld>
            <a:endParaRPr lang="fr-CA" dirty="0"/>
          </a:p>
        </p:txBody>
      </p:sp>
      <p:sp>
        <p:nvSpPr>
          <p:cNvPr id="6" name="ZoneTexte 5">
            <a:extLst>
              <a:ext uri="{FF2B5EF4-FFF2-40B4-BE49-F238E27FC236}">
                <a16:creationId xmlns:a16="http://schemas.microsoft.com/office/drawing/2014/main" id="{09A0B908-001A-AD21-CE6A-407C4EF626E0}"/>
              </a:ext>
            </a:extLst>
          </p:cNvPr>
          <p:cNvSpPr txBox="1"/>
          <p:nvPr userDrawn="1"/>
        </p:nvSpPr>
        <p:spPr>
          <a:xfrm>
            <a:off x="251520" y="195486"/>
            <a:ext cx="8640960"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1000" dirty="0" smtClean="0">
                <a:solidFill>
                  <a:schemeClr val="tx1"/>
                </a:solidFill>
              </a:rPr>
              <a:t>Santé Québec Laurentides</a:t>
            </a:r>
          </a:p>
          <a:p>
            <a:pPr algn="l"/>
            <a:endParaRPr lang="fr-CA" sz="1000" b="1" dirty="0">
              <a:solidFill>
                <a:schemeClr val="tx1">
                  <a:lumMod val="20000"/>
                  <a:lumOff val="80000"/>
                </a:schemeClr>
              </a:solidFill>
              <a:latin typeface="Segoe UI Light" panose="020B0502040204020203" pitchFamily="34" charset="0"/>
              <a:cs typeface="Segoe UI Light" panose="020B0502040204020203" pitchFamily="34" charset="0"/>
            </a:endParaRPr>
          </a:p>
        </p:txBody>
      </p:sp>
    </p:spTree>
    <p:extLst>
      <p:ext uri="{BB962C8B-B14F-4D97-AF65-F5344CB8AC3E}">
        <p14:creationId xmlns:p14="http://schemas.microsoft.com/office/powerpoint/2010/main" val="218105125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Image avec légende">
    <p:spTree>
      <p:nvGrpSpPr>
        <p:cNvPr id="1" name=""/>
        <p:cNvGrpSpPr/>
        <p:nvPr/>
      </p:nvGrpSpPr>
      <p:grpSpPr>
        <a:xfrm>
          <a:off x="0" y="0"/>
          <a:ext cx="0" cy="0"/>
          <a:chOff x="0" y="0"/>
          <a:chExt cx="0" cy="0"/>
        </a:xfrm>
      </p:grpSpPr>
      <p:sp>
        <p:nvSpPr>
          <p:cNvPr id="3" name="Espace réservé pour une image  2">
            <a:extLst>
              <a:ext uri="{FF2B5EF4-FFF2-40B4-BE49-F238E27FC236}">
                <a16:creationId xmlns:a16="http://schemas.microsoft.com/office/drawing/2014/main" id="{2A0D24AB-732F-A91A-30A4-80AE6AC375AC}"/>
              </a:ext>
            </a:extLst>
          </p:cNvPr>
          <p:cNvSpPr>
            <a:spLocks noGrp="1"/>
          </p:cNvSpPr>
          <p:nvPr>
            <p:ph type="pic" idx="1"/>
          </p:nvPr>
        </p:nvSpPr>
        <p:spPr>
          <a:xfrm>
            <a:off x="3851920" y="1443608"/>
            <a:ext cx="4665018" cy="295218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CA" dirty="0"/>
          </a:p>
        </p:txBody>
      </p:sp>
      <p:sp>
        <p:nvSpPr>
          <p:cNvPr id="8" name="Titre 1">
            <a:extLst>
              <a:ext uri="{FF2B5EF4-FFF2-40B4-BE49-F238E27FC236}">
                <a16:creationId xmlns:a16="http://schemas.microsoft.com/office/drawing/2014/main" id="{FFB9C23A-9C94-B1D7-65F7-51FE539FB586}"/>
              </a:ext>
            </a:extLst>
          </p:cNvPr>
          <p:cNvSpPr>
            <a:spLocks noGrp="1"/>
          </p:cNvSpPr>
          <p:nvPr>
            <p:ph type="title"/>
          </p:nvPr>
        </p:nvSpPr>
        <p:spPr>
          <a:xfrm>
            <a:off x="630238" y="1443608"/>
            <a:ext cx="2949575" cy="408062"/>
          </a:xfrm>
          <a:prstGeom prst="rect">
            <a:avLst/>
          </a:prstGeom>
        </p:spPr>
        <p:txBody>
          <a:bodyPr anchor="t" anchorCtr="0">
            <a:normAutofit/>
          </a:bodyPr>
          <a:lstStyle>
            <a:lvl1pPr>
              <a:defRPr sz="1800">
                <a:solidFill>
                  <a:schemeClr val="accent1"/>
                </a:solidFill>
              </a:defRPr>
            </a:lvl1pPr>
          </a:lstStyle>
          <a:p>
            <a:r>
              <a:rPr lang="fr-FR" dirty="0"/>
              <a:t>Modifiez le style du titre</a:t>
            </a:r>
            <a:endParaRPr lang="fr-CA" dirty="0"/>
          </a:p>
        </p:txBody>
      </p:sp>
      <p:sp>
        <p:nvSpPr>
          <p:cNvPr id="9" name="Espace réservé du texte 3">
            <a:extLst>
              <a:ext uri="{FF2B5EF4-FFF2-40B4-BE49-F238E27FC236}">
                <a16:creationId xmlns:a16="http://schemas.microsoft.com/office/drawing/2014/main" id="{B355A042-F176-7C7F-3365-5185A8BB86B0}"/>
              </a:ext>
            </a:extLst>
          </p:cNvPr>
          <p:cNvSpPr>
            <a:spLocks noGrp="1"/>
          </p:cNvSpPr>
          <p:nvPr>
            <p:ph type="body" sz="half" idx="2"/>
          </p:nvPr>
        </p:nvSpPr>
        <p:spPr>
          <a:xfrm>
            <a:off x="630238" y="1923678"/>
            <a:ext cx="2949575" cy="2478460"/>
          </a:xfrm>
          <a:prstGeom prst="rect">
            <a:avLst/>
          </a:prstGeom>
        </p:spPr>
        <p:txBody>
          <a:bodyPr>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dirty="0"/>
              <a:t>Cliquez pour modifier les styles du texte du masque</a:t>
            </a:r>
          </a:p>
        </p:txBody>
      </p:sp>
      <p:sp>
        <p:nvSpPr>
          <p:cNvPr id="4" name="Espace réservé du texte 11">
            <a:extLst>
              <a:ext uri="{FF2B5EF4-FFF2-40B4-BE49-F238E27FC236}">
                <a16:creationId xmlns:a16="http://schemas.microsoft.com/office/drawing/2014/main" id="{B5867A4D-A440-29FE-B97A-5A1541C9C6F0}"/>
              </a:ext>
            </a:extLst>
          </p:cNvPr>
          <p:cNvSpPr>
            <a:spLocks noGrp="1"/>
          </p:cNvSpPr>
          <p:nvPr>
            <p:ph type="body" sz="quarter" idx="13" hasCustomPrompt="1"/>
          </p:nvPr>
        </p:nvSpPr>
        <p:spPr>
          <a:xfrm>
            <a:off x="628650" y="555526"/>
            <a:ext cx="7885113" cy="503238"/>
          </a:xfrm>
          <a:prstGeom prst="rect">
            <a:avLst/>
          </a:prstGeom>
        </p:spPr>
        <p:txBody>
          <a:bodyPr/>
          <a:lstStyle>
            <a:lvl1pPr>
              <a:buNone/>
              <a:defRPr sz="2400">
                <a:solidFill>
                  <a:schemeClr val="tx1"/>
                </a:solidFill>
                <a:latin typeface="+mj-lt"/>
              </a:defRPr>
            </a:lvl1pPr>
          </a:lstStyle>
          <a:p>
            <a:pPr lvl="0"/>
            <a:r>
              <a:rPr lang="fr-FR" dirty="0"/>
              <a:t>Modifiez le style du titre</a:t>
            </a:r>
            <a:endParaRPr lang="fr-CA" dirty="0"/>
          </a:p>
        </p:txBody>
      </p:sp>
      <p:sp>
        <p:nvSpPr>
          <p:cNvPr id="6" name="Espace réservé du texte 7">
            <a:extLst>
              <a:ext uri="{FF2B5EF4-FFF2-40B4-BE49-F238E27FC236}">
                <a16:creationId xmlns:a16="http://schemas.microsoft.com/office/drawing/2014/main" id="{EAFB82C1-1511-2C7E-5FF3-518DC42C1EF5}"/>
              </a:ext>
            </a:extLst>
          </p:cNvPr>
          <p:cNvSpPr>
            <a:spLocks noGrp="1"/>
          </p:cNvSpPr>
          <p:nvPr>
            <p:ph type="body" sz="quarter" idx="14" hasCustomPrompt="1"/>
          </p:nvPr>
        </p:nvSpPr>
        <p:spPr>
          <a:xfrm>
            <a:off x="683568" y="4769070"/>
            <a:ext cx="3600400" cy="164998"/>
          </a:xfrm>
          <a:prstGeom prst="rect">
            <a:avLst/>
          </a:prstGeom>
        </p:spPr>
        <p:txBody>
          <a:bodyPr/>
          <a:lstStyle>
            <a:lvl1pPr algn="l">
              <a:spcBef>
                <a:spcPts val="0"/>
              </a:spcBef>
              <a:buNone/>
              <a:defRPr sz="800">
                <a:solidFill>
                  <a:schemeClr val="tx1"/>
                </a:solidFill>
              </a:defRPr>
            </a:lvl1pPr>
          </a:lstStyle>
          <a:p>
            <a:pPr lvl="0"/>
            <a:r>
              <a:rPr lang="fr-CA" dirty="0"/>
              <a:t>Nom du document si désiré</a:t>
            </a:r>
          </a:p>
        </p:txBody>
      </p:sp>
      <p:sp>
        <p:nvSpPr>
          <p:cNvPr id="5" name="Espace réservé du numéro de diapositive 5">
            <a:extLst>
              <a:ext uri="{FF2B5EF4-FFF2-40B4-BE49-F238E27FC236}">
                <a16:creationId xmlns:a16="http://schemas.microsoft.com/office/drawing/2014/main" id="{9898F83F-E3B0-9735-F382-79569830A56B}"/>
              </a:ext>
            </a:extLst>
          </p:cNvPr>
          <p:cNvSpPr>
            <a:spLocks noGrp="1"/>
          </p:cNvSpPr>
          <p:nvPr>
            <p:ph type="sldNum" sz="quarter" idx="4"/>
          </p:nvPr>
        </p:nvSpPr>
        <p:spPr>
          <a:xfrm>
            <a:off x="6656884" y="4747021"/>
            <a:ext cx="2057400" cy="274637"/>
          </a:xfrm>
          <a:prstGeom prst="rect">
            <a:avLst/>
          </a:prstGeom>
        </p:spPr>
        <p:txBody>
          <a:bodyPr vert="horz" lIns="91440" tIns="45720" rIns="91440" bIns="45720" rtlCol="0" anchor="ctr"/>
          <a:lstStyle>
            <a:lvl1pPr algn="r">
              <a:defRPr sz="1200">
                <a:solidFill>
                  <a:schemeClr val="tx1"/>
                </a:solidFill>
              </a:defRPr>
            </a:lvl1pPr>
          </a:lstStyle>
          <a:p>
            <a:fld id="{A7D211A3-7575-492B-8E98-5F9B497A4866}" type="slidenum">
              <a:rPr lang="fr-CA" smtClean="0"/>
              <a:pPr/>
              <a:t>‹N°›</a:t>
            </a:fld>
            <a:endParaRPr lang="fr-CA" dirty="0"/>
          </a:p>
        </p:txBody>
      </p:sp>
      <p:sp>
        <p:nvSpPr>
          <p:cNvPr id="7" name="ZoneTexte 6">
            <a:extLst>
              <a:ext uri="{FF2B5EF4-FFF2-40B4-BE49-F238E27FC236}">
                <a16:creationId xmlns:a16="http://schemas.microsoft.com/office/drawing/2014/main" id="{14ECF114-0363-5904-C5A1-241154E24E81}"/>
              </a:ext>
            </a:extLst>
          </p:cNvPr>
          <p:cNvSpPr txBox="1"/>
          <p:nvPr userDrawn="1"/>
        </p:nvSpPr>
        <p:spPr>
          <a:xfrm>
            <a:off x="251520" y="195486"/>
            <a:ext cx="8640960"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1000" dirty="0" smtClean="0">
                <a:solidFill>
                  <a:schemeClr val="tx1"/>
                </a:solidFill>
              </a:rPr>
              <a:t>Santé Québec Laurentides</a:t>
            </a:r>
          </a:p>
          <a:p>
            <a:pPr algn="l"/>
            <a:endParaRPr lang="fr-CA" sz="1000" b="1" dirty="0">
              <a:solidFill>
                <a:schemeClr val="tx1">
                  <a:lumMod val="20000"/>
                  <a:lumOff val="80000"/>
                </a:schemeClr>
              </a:solidFill>
              <a:latin typeface="Segoe UI Light" panose="020B0502040204020203" pitchFamily="34" charset="0"/>
              <a:cs typeface="Segoe UI Light" panose="020B0502040204020203" pitchFamily="34" charset="0"/>
            </a:endParaRPr>
          </a:p>
        </p:txBody>
      </p:sp>
    </p:spTree>
    <p:extLst>
      <p:ext uri="{BB962C8B-B14F-4D97-AF65-F5344CB8AC3E}">
        <p14:creationId xmlns:p14="http://schemas.microsoft.com/office/powerpoint/2010/main" val="201957385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Fermeture_foncé">
    <p:bg>
      <p:bgPr>
        <a:solidFill>
          <a:schemeClr val="bg1"/>
        </a:solidFill>
        <a:effectLst/>
      </p:bgPr>
    </p:bg>
    <p:spTree>
      <p:nvGrpSpPr>
        <p:cNvPr id="1" name=""/>
        <p:cNvGrpSpPr/>
        <p:nvPr/>
      </p:nvGrpSpPr>
      <p:grpSpPr>
        <a:xfrm>
          <a:off x="0" y="0"/>
          <a:ext cx="0" cy="0"/>
          <a:chOff x="0" y="0"/>
          <a:chExt cx="0" cy="0"/>
        </a:xfrm>
      </p:grpSpPr>
      <p:pic>
        <p:nvPicPr>
          <p:cNvPr id="3" name="Image 2" descr="Une image contenant capture d’écran, Bleu électrique, bleu, violet&#10;&#10;Le contenu généré par l’IA peut être incorrect.">
            <a:extLst>
              <a:ext uri="{FF2B5EF4-FFF2-40B4-BE49-F238E27FC236}">
                <a16:creationId xmlns:a16="http://schemas.microsoft.com/office/drawing/2014/main" id="{19C1B958-AAC5-60DC-510C-CB518882AC9D}"/>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Tree>
    <p:extLst>
      <p:ext uri="{BB962C8B-B14F-4D97-AF65-F5344CB8AC3E}">
        <p14:creationId xmlns:p14="http://schemas.microsoft.com/office/powerpoint/2010/main" val="4232699485"/>
      </p:ext>
    </p:extLst>
  </p:cSld>
  <p:clrMapOvr>
    <a:overrideClrMapping bg1="lt1" tx1="dk1" bg2="lt2" tx2="dk2" accent1="accent1" accent2="accent2" accent3="accent3" accent4="accent4" accent5="accent5" accent6="accent6" hlink="hlink" folHlink="folHlink"/>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Fermeture pâle">
    <p:bg>
      <p:bgPr>
        <a:solidFill>
          <a:schemeClr val="bg1"/>
        </a:solidFill>
        <a:effectLst/>
      </p:bgPr>
    </p:bg>
    <p:spTree>
      <p:nvGrpSpPr>
        <p:cNvPr id="1" name=""/>
        <p:cNvGrpSpPr/>
        <p:nvPr/>
      </p:nvGrpSpPr>
      <p:grpSpPr>
        <a:xfrm>
          <a:off x="0" y="0"/>
          <a:ext cx="0" cy="0"/>
          <a:chOff x="0" y="0"/>
          <a:chExt cx="0" cy="0"/>
        </a:xfrm>
      </p:grpSpPr>
      <p:pic>
        <p:nvPicPr>
          <p:cNvPr id="3" name="Image 2" descr="Une image contenant capture d’écran, Graphique&#10;&#10;Le contenu généré par l’IA peut être incorrect.">
            <a:extLst>
              <a:ext uri="{FF2B5EF4-FFF2-40B4-BE49-F238E27FC236}">
                <a16:creationId xmlns:a16="http://schemas.microsoft.com/office/drawing/2014/main" id="{FAE0F82E-5007-1808-0828-168650EF4ABE}"/>
              </a:ext>
            </a:extLst>
          </p:cNvPr>
          <p:cNvPicPr>
            <a:picLocks noGrp="1" noRot="1" noChangeAspect="1" noMove="1" noResize="1" noEditPoints="1" noAdjustHandles="1" noChangeArrowheads="1" noChangeShapeType="1" noCrop="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Tree>
    <p:extLst>
      <p:ext uri="{BB962C8B-B14F-4D97-AF65-F5344CB8AC3E}">
        <p14:creationId xmlns:p14="http://schemas.microsoft.com/office/powerpoint/2010/main" val="1352315085"/>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5.xml"/><Relationship Id="rId1" Type="http://schemas.openxmlformats.org/officeDocument/2006/relationships/slideLayout" Target="../slideLayouts/slideLayout4.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7.xml"/><Relationship Id="rId1" Type="http://schemas.openxmlformats.org/officeDocument/2006/relationships/slideLayout" Target="../slideLayouts/slideLayout6.xml"/></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10.xml"/><Relationship Id="rId7" Type="http://schemas.openxmlformats.org/officeDocument/2006/relationships/theme" Target="../theme/theme4.xml"/><Relationship Id="rId2" Type="http://schemas.openxmlformats.org/officeDocument/2006/relationships/slideLayout" Target="../slideLayouts/slideLayout9.xml"/><Relationship Id="rId1" Type="http://schemas.openxmlformats.org/officeDocument/2006/relationships/slideLayout" Target="../slideLayouts/slideLayout8.xml"/><Relationship Id="rId6" Type="http://schemas.openxmlformats.org/officeDocument/2006/relationships/slideLayout" Target="../slideLayouts/slideLayout13.xml"/><Relationship Id="rId5" Type="http://schemas.openxmlformats.org/officeDocument/2006/relationships/slideLayout" Target="../slideLayouts/slideLayout12.xml"/><Relationship Id="rId4" Type="http://schemas.openxmlformats.org/officeDocument/2006/relationships/slideLayout" Target="../slideLayouts/slideLayout11.xml"/></Relationships>
</file>

<file path=ppt/slideMasters/_rels/slideMaster5.xml.rels><?xml version="1.0" encoding="UTF-8" standalone="yes"?>
<Relationships xmlns="http://schemas.openxmlformats.org/package/2006/relationships"><Relationship Id="rId3" Type="http://schemas.openxmlformats.org/officeDocument/2006/relationships/theme" Target="../theme/theme5.xml"/><Relationship Id="rId2" Type="http://schemas.openxmlformats.org/officeDocument/2006/relationships/slideLayout" Target="../slideLayouts/slideLayout15.xml"/><Relationship Id="rId1" Type="http://schemas.openxmlformats.org/officeDocument/2006/relationships/slideLayout" Target="../slideLayouts/slideLayout14.xml"/></Relationships>
</file>

<file path=ppt/slideMasters/_rels/slideMaster6.xml.rels><?xml version="1.0" encoding="UTF-8" standalone="yes"?>
<Relationships xmlns="http://schemas.openxmlformats.org/package/2006/relationships"><Relationship Id="rId3" Type="http://schemas.openxmlformats.org/officeDocument/2006/relationships/slideLayout" Target="../slideLayouts/slideLayout18.xml"/><Relationship Id="rId7" Type="http://schemas.openxmlformats.org/officeDocument/2006/relationships/theme" Target="../theme/theme6.xml"/><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slideLayout" Target="../slideLayouts/slideLayout21.xml"/><Relationship Id="rId5" Type="http://schemas.openxmlformats.org/officeDocument/2006/relationships/slideLayout" Target="../slideLayouts/slideLayout20.xml"/><Relationship Id="rId4" Type="http://schemas.openxmlformats.org/officeDocument/2006/relationships/slideLayout" Target="../slideLayouts/slideLayout19.xml"/></Relationships>
</file>

<file path=ppt/slideMasters/_rels/slideMaster7.xml.rels><?xml version="1.0" encoding="UTF-8" standalone="yes"?>
<Relationships xmlns="http://schemas.openxmlformats.org/package/2006/relationships"><Relationship Id="rId3" Type="http://schemas.openxmlformats.org/officeDocument/2006/relationships/slideLayout" Target="../slideLayouts/slideLayout24.xml"/><Relationship Id="rId7" Type="http://schemas.openxmlformats.org/officeDocument/2006/relationships/theme" Target="../theme/theme7.xml"/><Relationship Id="rId2" Type="http://schemas.openxmlformats.org/officeDocument/2006/relationships/slideLayout" Target="../slideLayouts/slideLayout23.xml"/><Relationship Id="rId1" Type="http://schemas.openxmlformats.org/officeDocument/2006/relationships/slideLayout" Target="../slideLayouts/slideLayout22.xml"/><Relationship Id="rId6" Type="http://schemas.openxmlformats.org/officeDocument/2006/relationships/slideLayout" Target="../slideLayouts/slideLayout27.xml"/><Relationship Id="rId5" Type="http://schemas.openxmlformats.org/officeDocument/2006/relationships/slideLayout" Target="../slideLayouts/slideLayout26.xml"/><Relationship Id="rId4" Type="http://schemas.openxmlformats.org/officeDocument/2006/relationships/slideLayout" Target="../slideLayouts/slideLayout25.xml"/></Relationships>
</file>

<file path=ppt/slideMasters/_rels/slideMaster8.xml.rels><?xml version="1.0" encoding="UTF-8" standalone="yes"?>
<Relationships xmlns="http://schemas.openxmlformats.org/package/2006/relationships"><Relationship Id="rId3" Type="http://schemas.openxmlformats.org/officeDocument/2006/relationships/slideLayout" Target="../slideLayouts/slideLayout30.xml"/><Relationship Id="rId7" Type="http://schemas.openxmlformats.org/officeDocument/2006/relationships/theme" Target="../theme/theme8.xml"/><Relationship Id="rId2" Type="http://schemas.openxmlformats.org/officeDocument/2006/relationships/slideLayout" Target="../slideLayouts/slideLayout29.xml"/><Relationship Id="rId1" Type="http://schemas.openxmlformats.org/officeDocument/2006/relationships/slideLayout" Target="../slideLayouts/slideLayout28.xml"/><Relationship Id="rId6" Type="http://schemas.openxmlformats.org/officeDocument/2006/relationships/slideLayout" Target="../slideLayouts/slideLayout33.xml"/><Relationship Id="rId5" Type="http://schemas.openxmlformats.org/officeDocument/2006/relationships/slideLayout" Target="../slideLayouts/slideLayout32.xml"/><Relationship Id="rId4" Type="http://schemas.openxmlformats.org/officeDocument/2006/relationships/slideLayout" Target="../slideLayouts/slideLayout31.xml"/></Relationships>
</file>

<file path=ppt/slideMasters/_rels/slideMaster9.xml.rels><?xml version="1.0" encoding="UTF-8" standalone="yes"?>
<Relationships xmlns="http://schemas.openxmlformats.org/package/2006/relationships"><Relationship Id="rId3" Type="http://schemas.openxmlformats.org/officeDocument/2006/relationships/theme" Target="../theme/theme9.xml"/><Relationship Id="rId2" Type="http://schemas.openxmlformats.org/officeDocument/2006/relationships/slideLayout" Target="../slideLayouts/slideLayout35.xml"/><Relationship Id="rId1" Type="http://schemas.openxmlformats.org/officeDocument/2006/relationships/slideLayout" Target="../slideLayouts/slideLayout3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Espace réservé du pied de page 1">
            <a:extLst>
              <a:ext uri="{FF2B5EF4-FFF2-40B4-BE49-F238E27FC236}">
                <a16:creationId xmlns:a16="http://schemas.microsoft.com/office/drawing/2014/main" id="{FC230702-C6D3-01A8-3612-1178BC18A85E}"/>
              </a:ext>
            </a:extLst>
          </p:cNvPr>
          <p:cNvSpPr>
            <a:spLocks noGrp="1"/>
          </p:cNvSpPr>
          <p:nvPr>
            <p:ph type="ftr" sz="quarter" idx="3"/>
          </p:nvPr>
        </p:nvSpPr>
        <p:spPr>
          <a:xfrm>
            <a:off x="3028950" y="4767263"/>
            <a:ext cx="3086100" cy="274637"/>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fr-CA"/>
          </a:p>
        </p:txBody>
      </p:sp>
      <p:sp>
        <p:nvSpPr>
          <p:cNvPr id="3" name="Espace réservé du numéro de diapositive 2">
            <a:extLst>
              <a:ext uri="{FF2B5EF4-FFF2-40B4-BE49-F238E27FC236}">
                <a16:creationId xmlns:a16="http://schemas.microsoft.com/office/drawing/2014/main" id="{1F8DBFAE-1CBA-DCEE-5AE3-AD83B1540F60}"/>
              </a:ext>
            </a:extLst>
          </p:cNvPr>
          <p:cNvSpPr>
            <a:spLocks noGrp="1"/>
          </p:cNvSpPr>
          <p:nvPr>
            <p:ph type="sldNum" sz="quarter" idx="4"/>
          </p:nvPr>
        </p:nvSpPr>
        <p:spPr>
          <a:xfrm>
            <a:off x="6457950" y="4767263"/>
            <a:ext cx="2057400" cy="274637"/>
          </a:xfrm>
          <a:prstGeom prst="rect">
            <a:avLst/>
          </a:prstGeom>
        </p:spPr>
        <p:txBody>
          <a:bodyPr vert="horz" lIns="91440" tIns="45720" rIns="91440" bIns="45720" rtlCol="0" anchor="ctr"/>
          <a:lstStyle>
            <a:lvl1pPr algn="r">
              <a:defRPr sz="1200">
                <a:solidFill>
                  <a:schemeClr val="tx1">
                    <a:tint val="82000"/>
                  </a:schemeClr>
                </a:solidFill>
              </a:defRPr>
            </a:lvl1pPr>
          </a:lstStyle>
          <a:p>
            <a:fld id="{3BC7F270-4C5D-4C3E-854D-1D8EF8519A95}" type="slidenum">
              <a:rPr lang="fr-CA" smtClean="0"/>
              <a:t>‹N°›</a:t>
            </a:fld>
            <a:endParaRPr lang="fr-CA"/>
          </a:p>
        </p:txBody>
      </p:sp>
      <p:sp>
        <p:nvSpPr>
          <p:cNvPr id="4" name="Espace réservé du titre 3">
            <a:extLst>
              <a:ext uri="{FF2B5EF4-FFF2-40B4-BE49-F238E27FC236}">
                <a16:creationId xmlns:a16="http://schemas.microsoft.com/office/drawing/2014/main" id="{D1AB1915-4DD4-BC8B-A9C4-6363E2374293}"/>
              </a:ext>
            </a:extLst>
          </p:cNvPr>
          <p:cNvSpPr>
            <a:spLocks noGrp="1"/>
          </p:cNvSpPr>
          <p:nvPr>
            <p:ph type="title"/>
          </p:nvPr>
        </p:nvSpPr>
        <p:spPr>
          <a:xfrm>
            <a:off x="628650" y="274638"/>
            <a:ext cx="7886700" cy="993775"/>
          </a:xfrm>
          <a:prstGeom prst="rect">
            <a:avLst/>
          </a:prstGeom>
        </p:spPr>
        <p:txBody>
          <a:bodyPr vert="horz" lIns="91440" tIns="45720" rIns="91440" bIns="45720" rtlCol="0" anchor="ctr">
            <a:normAutofit/>
          </a:bodyPr>
          <a:lstStyle/>
          <a:p>
            <a:r>
              <a:rPr lang="fr-FR"/>
              <a:t>Modifiez le style du titre</a:t>
            </a:r>
            <a:endParaRPr lang="fr-CA"/>
          </a:p>
        </p:txBody>
      </p:sp>
      <p:sp>
        <p:nvSpPr>
          <p:cNvPr id="5" name="Espace réservé du texte 4">
            <a:extLst>
              <a:ext uri="{FF2B5EF4-FFF2-40B4-BE49-F238E27FC236}">
                <a16:creationId xmlns:a16="http://schemas.microsoft.com/office/drawing/2014/main" id="{0A9215E4-AE34-817E-3FC8-9DA08A134AC4}"/>
              </a:ext>
            </a:extLst>
          </p:cNvPr>
          <p:cNvSpPr>
            <a:spLocks noGrp="1"/>
          </p:cNvSpPr>
          <p:nvPr>
            <p:ph type="body" idx="1"/>
          </p:nvPr>
        </p:nvSpPr>
        <p:spPr>
          <a:xfrm>
            <a:off x="628650" y="1370013"/>
            <a:ext cx="7886700" cy="3262312"/>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Tree>
    <p:extLst>
      <p:ext uri="{BB962C8B-B14F-4D97-AF65-F5344CB8AC3E}">
        <p14:creationId xmlns:p14="http://schemas.microsoft.com/office/powerpoint/2010/main" val="3344507179"/>
      </p:ext>
    </p:extLst>
  </p:cSld>
  <p:clrMap bg1="lt1" tx1="dk1" bg2="lt2" tx2="dk2" accent1="accent1" accent2="accent2" accent3="accent3" accent4="accent4" accent5="accent5" accent6="accent6" hlink="hlink" folHlink="folHlink"/>
  <p:sldLayoutIdLst>
    <p:sldLayoutId id="2147483664" r:id="rId1"/>
    <p:sldLayoutId id="2147483716" r:id="rId2"/>
    <p:sldLayoutId id="2147483663" r:id="rId3"/>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288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Espace réservé du pied de page 1">
            <a:extLst>
              <a:ext uri="{FF2B5EF4-FFF2-40B4-BE49-F238E27FC236}">
                <a16:creationId xmlns:a16="http://schemas.microsoft.com/office/drawing/2014/main" id="{CC9EDA1E-B518-6139-B8F8-B65C678FDCB2}"/>
              </a:ext>
            </a:extLst>
          </p:cNvPr>
          <p:cNvSpPr>
            <a:spLocks noGrp="1"/>
          </p:cNvSpPr>
          <p:nvPr>
            <p:ph type="ftr" sz="quarter" idx="3"/>
          </p:nvPr>
        </p:nvSpPr>
        <p:spPr>
          <a:xfrm>
            <a:off x="3028950" y="4767263"/>
            <a:ext cx="3086100" cy="274637"/>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fr-CA"/>
          </a:p>
        </p:txBody>
      </p:sp>
      <p:sp>
        <p:nvSpPr>
          <p:cNvPr id="3" name="Espace réservé du numéro de diapositive 2">
            <a:extLst>
              <a:ext uri="{FF2B5EF4-FFF2-40B4-BE49-F238E27FC236}">
                <a16:creationId xmlns:a16="http://schemas.microsoft.com/office/drawing/2014/main" id="{9D0203EA-AA3A-C025-6BC5-B0871D7EEF86}"/>
              </a:ext>
            </a:extLst>
          </p:cNvPr>
          <p:cNvSpPr>
            <a:spLocks noGrp="1"/>
          </p:cNvSpPr>
          <p:nvPr>
            <p:ph type="sldNum" sz="quarter" idx="4"/>
          </p:nvPr>
        </p:nvSpPr>
        <p:spPr>
          <a:xfrm>
            <a:off x="6457950" y="4767263"/>
            <a:ext cx="2057400" cy="274637"/>
          </a:xfrm>
          <a:prstGeom prst="rect">
            <a:avLst/>
          </a:prstGeom>
        </p:spPr>
        <p:txBody>
          <a:bodyPr vert="horz" lIns="91440" tIns="45720" rIns="91440" bIns="45720" rtlCol="0" anchor="ctr"/>
          <a:lstStyle>
            <a:lvl1pPr algn="r">
              <a:defRPr sz="1200">
                <a:solidFill>
                  <a:schemeClr val="tx1">
                    <a:tint val="82000"/>
                  </a:schemeClr>
                </a:solidFill>
              </a:defRPr>
            </a:lvl1pPr>
          </a:lstStyle>
          <a:p>
            <a:fld id="{EDC88C96-95C4-4274-9461-FB922A73C6B3}" type="slidenum">
              <a:rPr lang="fr-CA" smtClean="0"/>
              <a:t>‹N°›</a:t>
            </a:fld>
            <a:endParaRPr lang="fr-CA"/>
          </a:p>
        </p:txBody>
      </p:sp>
      <p:sp>
        <p:nvSpPr>
          <p:cNvPr id="4" name="Espace réservé du titre 3">
            <a:extLst>
              <a:ext uri="{FF2B5EF4-FFF2-40B4-BE49-F238E27FC236}">
                <a16:creationId xmlns:a16="http://schemas.microsoft.com/office/drawing/2014/main" id="{E6B9149F-0E70-40ED-4F83-E87639EB222E}"/>
              </a:ext>
            </a:extLst>
          </p:cNvPr>
          <p:cNvSpPr>
            <a:spLocks noGrp="1"/>
          </p:cNvSpPr>
          <p:nvPr>
            <p:ph type="title"/>
          </p:nvPr>
        </p:nvSpPr>
        <p:spPr>
          <a:xfrm>
            <a:off x="628650" y="274638"/>
            <a:ext cx="7886700" cy="993775"/>
          </a:xfrm>
          <a:prstGeom prst="rect">
            <a:avLst/>
          </a:prstGeom>
        </p:spPr>
        <p:txBody>
          <a:bodyPr vert="horz" lIns="91440" tIns="45720" rIns="91440" bIns="45720" rtlCol="0" anchor="ctr">
            <a:normAutofit/>
          </a:bodyPr>
          <a:lstStyle/>
          <a:p>
            <a:r>
              <a:rPr lang="fr-FR"/>
              <a:t>Modifiez le style du titre</a:t>
            </a:r>
            <a:endParaRPr lang="fr-CA"/>
          </a:p>
        </p:txBody>
      </p:sp>
      <p:sp>
        <p:nvSpPr>
          <p:cNvPr id="5" name="Espace réservé du texte 4">
            <a:extLst>
              <a:ext uri="{FF2B5EF4-FFF2-40B4-BE49-F238E27FC236}">
                <a16:creationId xmlns:a16="http://schemas.microsoft.com/office/drawing/2014/main" id="{D783B3DE-3BB7-F811-A52B-32A81E733A8B}"/>
              </a:ext>
            </a:extLst>
          </p:cNvPr>
          <p:cNvSpPr>
            <a:spLocks noGrp="1"/>
          </p:cNvSpPr>
          <p:nvPr>
            <p:ph type="body" idx="1"/>
          </p:nvPr>
        </p:nvSpPr>
        <p:spPr>
          <a:xfrm>
            <a:off x="628650" y="1370013"/>
            <a:ext cx="7886700" cy="3262312"/>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Tree>
    <p:extLst>
      <p:ext uri="{BB962C8B-B14F-4D97-AF65-F5344CB8AC3E}">
        <p14:creationId xmlns:p14="http://schemas.microsoft.com/office/powerpoint/2010/main" val="2227284485"/>
      </p:ext>
    </p:extLst>
  </p:cSld>
  <p:clrMap bg1="lt1" tx1="dk1" bg2="lt2" tx2="dk2" accent1="accent1" accent2="accent2" accent3="accent3" accent4="accent4" accent5="accent5" accent6="accent6" hlink="hlink" folHlink="folHlink"/>
  <p:sldLayoutIdLst>
    <p:sldLayoutId id="2147483712" r:id="rId1"/>
    <p:sldLayoutId id="2147483715" r:id="rId2"/>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p15:clr>
            <a:srgbClr val="F26B43"/>
          </p15:clr>
        </p15:guide>
        <p15:guide id="2" pos="2880">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Espace réservé du pied de page 1">
            <a:extLst>
              <a:ext uri="{FF2B5EF4-FFF2-40B4-BE49-F238E27FC236}">
                <a16:creationId xmlns:a16="http://schemas.microsoft.com/office/drawing/2014/main" id="{4A3FE906-B1E2-01B8-5412-743282A7AD3C}"/>
              </a:ext>
            </a:extLst>
          </p:cNvPr>
          <p:cNvSpPr>
            <a:spLocks noGrp="1"/>
          </p:cNvSpPr>
          <p:nvPr>
            <p:ph type="ftr" sz="quarter" idx="3"/>
          </p:nvPr>
        </p:nvSpPr>
        <p:spPr>
          <a:xfrm>
            <a:off x="3028950" y="4767263"/>
            <a:ext cx="3086100" cy="274637"/>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fr-CA"/>
          </a:p>
        </p:txBody>
      </p:sp>
      <p:sp>
        <p:nvSpPr>
          <p:cNvPr id="3" name="Espace réservé du numéro de diapositive 2">
            <a:extLst>
              <a:ext uri="{FF2B5EF4-FFF2-40B4-BE49-F238E27FC236}">
                <a16:creationId xmlns:a16="http://schemas.microsoft.com/office/drawing/2014/main" id="{16D2565E-A96A-6939-21ED-5823C6E8994F}"/>
              </a:ext>
            </a:extLst>
          </p:cNvPr>
          <p:cNvSpPr>
            <a:spLocks noGrp="1"/>
          </p:cNvSpPr>
          <p:nvPr>
            <p:ph type="sldNum" sz="quarter" idx="4"/>
          </p:nvPr>
        </p:nvSpPr>
        <p:spPr>
          <a:xfrm>
            <a:off x="6457950" y="4767263"/>
            <a:ext cx="2057400" cy="274637"/>
          </a:xfrm>
          <a:prstGeom prst="rect">
            <a:avLst/>
          </a:prstGeom>
        </p:spPr>
        <p:txBody>
          <a:bodyPr vert="horz" lIns="91440" tIns="45720" rIns="91440" bIns="45720" rtlCol="0" anchor="ctr"/>
          <a:lstStyle>
            <a:lvl1pPr algn="r">
              <a:defRPr sz="1200">
                <a:solidFill>
                  <a:schemeClr val="tx1">
                    <a:tint val="82000"/>
                  </a:schemeClr>
                </a:solidFill>
              </a:defRPr>
            </a:lvl1pPr>
          </a:lstStyle>
          <a:p>
            <a:fld id="{55DDBC63-AA34-4C27-924A-AC3A8202F7BB}" type="slidenum">
              <a:rPr lang="fr-CA" smtClean="0"/>
              <a:t>‹N°›</a:t>
            </a:fld>
            <a:endParaRPr lang="fr-CA"/>
          </a:p>
        </p:txBody>
      </p:sp>
      <p:sp>
        <p:nvSpPr>
          <p:cNvPr id="4" name="Espace réservé du titre 3">
            <a:extLst>
              <a:ext uri="{FF2B5EF4-FFF2-40B4-BE49-F238E27FC236}">
                <a16:creationId xmlns:a16="http://schemas.microsoft.com/office/drawing/2014/main" id="{4B336BDF-07EF-E1E6-BCA6-4148118DB163}"/>
              </a:ext>
            </a:extLst>
          </p:cNvPr>
          <p:cNvSpPr>
            <a:spLocks noGrp="1"/>
          </p:cNvSpPr>
          <p:nvPr>
            <p:ph type="title"/>
          </p:nvPr>
        </p:nvSpPr>
        <p:spPr>
          <a:xfrm>
            <a:off x="628650" y="274638"/>
            <a:ext cx="7886700" cy="993775"/>
          </a:xfrm>
          <a:prstGeom prst="rect">
            <a:avLst/>
          </a:prstGeom>
        </p:spPr>
        <p:txBody>
          <a:bodyPr vert="horz" lIns="91440" tIns="45720" rIns="91440" bIns="45720" rtlCol="0" anchor="ctr">
            <a:normAutofit/>
          </a:bodyPr>
          <a:lstStyle/>
          <a:p>
            <a:r>
              <a:rPr lang="fr-FR"/>
              <a:t>Modifiez le style du titre</a:t>
            </a:r>
            <a:endParaRPr lang="fr-CA"/>
          </a:p>
        </p:txBody>
      </p:sp>
      <p:sp>
        <p:nvSpPr>
          <p:cNvPr id="5" name="Espace réservé du texte 4">
            <a:extLst>
              <a:ext uri="{FF2B5EF4-FFF2-40B4-BE49-F238E27FC236}">
                <a16:creationId xmlns:a16="http://schemas.microsoft.com/office/drawing/2014/main" id="{C0D51910-D807-FE4E-0655-83CC3222BCF6}"/>
              </a:ext>
            </a:extLst>
          </p:cNvPr>
          <p:cNvSpPr>
            <a:spLocks noGrp="1"/>
          </p:cNvSpPr>
          <p:nvPr>
            <p:ph type="body" idx="1"/>
          </p:nvPr>
        </p:nvSpPr>
        <p:spPr>
          <a:xfrm>
            <a:off x="628650" y="1370013"/>
            <a:ext cx="7886700" cy="3262312"/>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Tree>
    <p:extLst>
      <p:ext uri="{BB962C8B-B14F-4D97-AF65-F5344CB8AC3E}">
        <p14:creationId xmlns:p14="http://schemas.microsoft.com/office/powerpoint/2010/main" val="2006307038"/>
      </p:ext>
    </p:extLst>
  </p:cSld>
  <p:clrMap bg1="lt1" tx1="dk1" bg2="lt2" tx2="dk2" accent1="accent1" accent2="accent2" accent3="accent3" accent4="accent4" accent5="accent5" accent6="accent6" hlink="hlink" folHlink="folHlink"/>
  <p:sldLayoutIdLst>
    <p:sldLayoutId id="2147483680" r:id="rId1"/>
    <p:sldLayoutId id="2147483681" r:id="rId2"/>
  </p:sldLayoutIdLst>
  <p:hf hdr="0" dt="0"/>
  <p:txStyles>
    <p:titleStyle>
      <a:lvl1pPr algn="l" defTabSz="914400" rtl="0" eaLnBrk="1" latinLnBrk="0" hangingPunct="1">
        <a:lnSpc>
          <a:spcPct val="90000"/>
        </a:lnSpc>
        <a:spcBef>
          <a:spcPct val="0"/>
        </a:spcBef>
        <a:buNone/>
        <a:defRPr sz="3200" kern="1200">
          <a:solidFill>
            <a:schemeClr val="tx1"/>
          </a:solidFill>
          <a:latin typeface="Segoe UI Semibold" panose="020B0702040204020203" pitchFamily="34" charset="0"/>
          <a:ea typeface="+mj-ea"/>
          <a:cs typeface="Segoe UI Semibold" panose="020B0702040204020203"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2880" userDrawn="1">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CBCA9F42-B2A8-8A60-BDBA-543A23113603}"/>
              </a:ext>
            </a:extLst>
          </p:cNvPr>
          <p:cNvSpPr>
            <a:spLocks noGrp="1"/>
          </p:cNvSpPr>
          <p:nvPr>
            <p:ph type="title"/>
          </p:nvPr>
        </p:nvSpPr>
        <p:spPr>
          <a:xfrm>
            <a:off x="628650" y="274638"/>
            <a:ext cx="7886700" cy="993775"/>
          </a:xfrm>
          <a:prstGeom prst="rect">
            <a:avLst/>
          </a:prstGeom>
        </p:spPr>
        <p:txBody>
          <a:bodyPr vert="horz" lIns="91440" tIns="45720" rIns="91440" bIns="45720" rtlCol="0" anchor="ctr">
            <a:normAutofit/>
          </a:bodyPr>
          <a:lstStyle/>
          <a:p>
            <a:r>
              <a:rPr lang="fr-FR"/>
              <a:t>Modifiez le style du titre</a:t>
            </a:r>
            <a:endParaRPr lang="fr-CA"/>
          </a:p>
        </p:txBody>
      </p:sp>
      <p:sp>
        <p:nvSpPr>
          <p:cNvPr id="3" name="Espace réservé du texte 2">
            <a:extLst>
              <a:ext uri="{FF2B5EF4-FFF2-40B4-BE49-F238E27FC236}">
                <a16:creationId xmlns:a16="http://schemas.microsoft.com/office/drawing/2014/main" id="{C9FEC6AD-A968-25BB-D469-DB4A3F7EE151}"/>
              </a:ext>
            </a:extLst>
          </p:cNvPr>
          <p:cNvSpPr>
            <a:spLocks noGrp="1"/>
          </p:cNvSpPr>
          <p:nvPr>
            <p:ph type="body" idx="1"/>
          </p:nvPr>
        </p:nvSpPr>
        <p:spPr>
          <a:xfrm>
            <a:off x="628650" y="1370013"/>
            <a:ext cx="7886700" cy="3262312"/>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u pied de page 3">
            <a:extLst>
              <a:ext uri="{FF2B5EF4-FFF2-40B4-BE49-F238E27FC236}">
                <a16:creationId xmlns:a16="http://schemas.microsoft.com/office/drawing/2014/main" id="{38801140-9E1E-81A5-4251-74695B36DD7B}"/>
              </a:ext>
            </a:extLst>
          </p:cNvPr>
          <p:cNvSpPr>
            <a:spLocks noGrp="1"/>
          </p:cNvSpPr>
          <p:nvPr>
            <p:ph type="ftr" sz="quarter" idx="3"/>
          </p:nvPr>
        </p:nvSpPr>
        <p:spPr>
          <a:xfrm>
            <a:off x="3028950" y="4767263"/>
            <a:ext cx="3086100" cy="274637"/>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fr-CA"/>
          </a:p>
        </p:txBody>
      </p:sp>
      <p:sp>
        <p:nvSpPr>
          <p:cNvPr id="5" name="Espace réservé du numéro de diapositive 4">
            <a:extLst>
              <a:ext uri="{FF2B5EF4-FFF2-40B4-BE49-F238E27FC236}">
                <a16:creationId xmlns:a16="http://schemas.microsoft.com/office/drawing/2014/main" id="{9C3140EB-CF1D-8DCB-52A4-73820F8FED36}"/>
              </a:ext>
            </a:extLst>
          </p:cNvPr>
          <p:cNvSpPr>
            <a:spLocks noGrp="1"/>
          </p:cNvSpPr>
          <p:nvPr>
            <p:ph type="sldNum" sz="quarter" idx="4"/>
          </p:nvPr>
        </p:nvSpPr>
        <p:spPr>
          <a:xfrm>
            <a:off x="6457950" y="4767263"/>
            <a:ext cx="2057400" cy="274637"/>
          </a:xfrm>
          <a:prstGeom prst="rect">
            <a:avLst/>
          </a:prstGeom>
        </p:spPr>
        <p:txBody>
          <a:bodyPr vert="horz" lIns="91440" tIns="45720" rIns="91440" bIns="45720" rtlCol="0" anchor="ctr"/>
          <a:lstStyle>
            <a:lvl1pPr algn="r">
              <a:defRPr sz="1200">
                <a:solidFill>
                  <a:schemeClr val="tx1">
                    <a:tint val="82000"/>
                  </a:schemeClr>
                </a:solidFill>
              </a:defRPr>
            </a:lvl1pPr>
          </a:lstStyle>
          <a:p>
            <a:fld id="{B42578B6-897A-4EF0-ABF2-29635ABB8399}" type="slidenum">
              <a:rPr lang="fr-CA" smtClean="0"/>
              <a:t>‹N°›</a:t>
            </a:fld>
            <a:endParaRPr lang="fr-CA"/>
          </a:p>
        </p:txBody>
      </p:sp>
    </p:spTree>
    <p:extLst>
      <p:ext uri="{BB962C8B-B14F-4D97-AF65-F5344CB8AC3E}">
        <p14:creationId xmlns:p14="http://schemas.microsoft.com/office/powerpoint/2010/main" val="2157190187"/>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2880" userDrawn="1">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3658ADD6-8BBC-1260-4323-89DA1D896C9C}"/>
              </a:ext>
            </a:extLst>
          </p:cNvPr>
          <p:cNvSpPr>
            <a:spLocks noGrp="1"/>
          </p:cNvSpPr>
          <p:nvPr>
            <p:ph type="title"/>
          </p:nvPr>
        </p:nvSpPr>
        <p:spPr>
          <a:xfrm>
            <a:off x="628650" y="274638"/>
            <a:ext cx="7886700" cy="993775"/>
          </a:xfrm>
          <a:prstGeom prst="rect">
            <a:avLst/>
          </a:prstGeom>
        </p:spPr>
        <p:txBody>
          <a:bodyPr vert="horz" lIns="91440" tIns="45720" rIns="91440" bIns="45720" rtlCol="0" anchor="ctr">
            <a:normAutofit/>
          </a:bodyPr>
          <a:lstStyle/>
          <a:p>
            <a:r>
              <a:rPr lang="fr-FR"/>
              <a:t>Modifiez le style du titre</a:t>
            </a:r>
            <a:endParaRPr lang="fr-CA"/>
          </a:p>
        </p:txBody>
      </p:sp>
      <p:sp>
        <p:nvSpPr>
          <p:cNvPr id="3" name="Espace réservé du texte 2">
            <a:extLst>
              <a:ext uri="{FF2B5EF4-FFF2-40B4-BE49-F238E27FC236}">
                <a16:creationId xmlns:a16="http://schemas.microsoft.com/office/drawing/2014/main" id="{476EAB6D-03F4-FFD0-1219-4741B235ED6E}"/>
              </a:ext>
            </a:extLst>
          </p:cNvPr>
          <p:cNvSpPr>
            <a:spLocks noGrp="1"/>
          </p:cNvSpPr>
          <p:nvPr>
            <p:ph type="body" idx="1"/>
          </p:nvPr>
        </p:nvSpPr>
        <p:spPr>
          <a:xfrm>
            <a:off x="628650" y="1370013"/>
            <a:ext cx="7886700" cy="3262312"/>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u pied de page 3">
            <a:extLst>
              <a:ext uri="{FF2B5EF4-FFF2-40B4-BE49-F238E27FC236}">
                <a16:creationId xmlns:a16="http://schemas.microsoft.com/office/drawing/2014/main" id="{968D242C-196D-4E3F-ED48-3F54B0E9575C}"/>
              </a:ext>
            </a:extLst>
          </p:cNvPr>
          <p:cNvSpPr>
            <a:spLocks noGrp="1"/>
          </p:cNvSpPr>
          <p:nvPr>
            <p:ph type="ftr" sz="quarter" idx="3"/>
          </p:nvPr>
        </p:nvSpPr>
        <p:spPr>
          <a:xfrm>
            <a:off x="3028950" y="4767263"/>
            <a:ext cx="3086100" cy="274637"/>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fr-CA"/>
          </a:p>
        </p:txBody>
      </p:sp>
      <p:sp>
        <p:nvSpPr>
          <p:cNvPr id="6" name="Espace réservé du numéro de diapositive 2">
            <a:extLst>
              <a:ext uri="{FF2B5EF4-FFF2-40B4-BE49-F238E27FC236}">
                <a16:creationId xmlns:a16="http://schemas.microsoft.com/office/drawing/2014/main" id="{5CA0F450-43D9-8524-16E4-DCF058DD8344}"/>
              </a:ext>
            </a:extLst>
          </p:cNvPr>
          <p:cNvSpPr>
            <a:spLocks noGrp="1"/>
          </p:cNvSpPr>
          <p:nvPr>
            <p:ph type="sldNum" sz="quarter" idx="4"/>
          </p:nvPr>
        </p:nvSpPr>
        <p:spPr>
          <a:xfrm>
            <a:off x="6656884" y="4767263"/>
            <a:ext cx="2057400" cy="274637"/>
          </a:xfrm>
          <a:prstGeom prst="rect">
            <a:avLst/>
          </a:prstGeom>
        </p:spPr>
        <p:txBody>
          <a:bodyPr vert="horz" lIns="91440" tIns="45720" rIns="91440" bIns="45720" rtlCol="0" anchor="ctr"/>
          <a:lstStyle>
            <a:lvl1pPr algn="r">
              <a:defRPr sz="1200">
                <a:solidFill>
                  <a:schemeClr val="tx1">
                    <a:tint val="82000"/>
                  </a:schemeClr>
                </a:solidFill>
              </a:defRPr>
            </a:lvl1pPr>
          </a:lstStyle>
          <a:p>
            <a:fld id="{55DDBC63-AA34-4C27-924A-AC3A8202F7BB}" type="slidenum">
              <a:rPr lang="fr-CA" smtClean="0"/>
              <a:t>‹N°›</a:t>
            </a:fld>
            <a:endParaRPr lang="fr-CA"/>
          </a:p>
        </p:txBody>
      </p:sp>
    </p:spTree>
    <p:extLst>
      <p:ext uri="{BB962C8B-B14F-4D97-AF65-F5344CB8AC3E}">
        <p14:creationId xmlns:p14="http://schemas.microsoft.com/office/powerpoint/2010/main" val="4289791193"/>
      </p:ext>
    </p:extLst>
  </p:cSld>
  <p:clrMap bg1="lt1" tx1="dk1" bg2="lt2" tx2="dk2" accent1="accent1" accent2="accent2" accent3="accent3" accent4="accent4" accent5="accent5" accent6="accent6" hlink="hlink" folHlink="folHlink"/>
  <p:sldLayoutIdLst>
    <p:sldLayoutId id="2147483718" r:id="rId1"/>
    <p:sldLayoutId id="2147483720" r:id="rId2"/>
  </p:sldLayoutIdLst>
  <p:hf hdr="0" dt="0"/>
  <p:txStyles>
    <p:titleStyle>
      <a:lvl1pPr algn="l" defTabSz="914400" rtl="0" eaLnBrk="1" latinLnBrk="0" hangingPunct="1">
        <a:lnSpc>
          <a:spcPct val="90000"/>
        </a:lnSpc>
        <a:spcBef>
          <a:spcPct val="0"/>
        </a:spcBef>
        <a:buNone/>
        <a:defRPr sz="3200" kern="1200">
          <a:solidFill>
            <a:schemeClr val="tx1"/>
          </a:solidFill>
          <a:latin typeface="Segoe UI Semibold" panose="020B0702040204020203" pitchFamily="34" charset="0"/>
          <a:ea typeface="+mj-ea"/>
          <a:cs typeface="Segoe UI Semibold" panose="020B0702040204020203"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2880" userDrawn="1">
          <p15:clr>
            <a:srgbClr val="F26B43"/>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1" name="Rectangle : coins arrondis 10">
            <a:extLst>
              <a:ext uri="{FF2B5EF4-FFF2-40B4-BE49-F238E27FC236}">
                <a16:creationId xmlns:a16="http://schemas.microsoft.com/office/drawing/2014/main" id="{5EBF17C1-0FFA-71B0-8E1A-F8E279AD11CB}"/>
              </a:ext>
            </a:extLst>
          </p:cNvPr>
          <p:cNvSpPr/>
          <p:nvPr userDrawn="1"/>
        </p:nvSpPr>
        <p:spPr>
          <a:xfrm>
            <a:off x="-252536" y="-200532"/>
            <a:ext cx="9396536" cy="1296144"/>
          </a:xfrm>
          <a:prstGeom prst="roundRect">
            <a:avLst/>
          </a:prstGeom>
          <a:solidFill>
            <a:schemeClr val="tx2"/>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fr-CA"/>
          </a:p>
        </p:txBody>
      </p:sp>
      <p:sp>
        <p:nvSpPr>
          <p:cNvPr id="2" name="Espace réservé du titre 1">
            <a:extLst>
              <a:ext uri="{FF2B5EF4-FFF2-40B4-BE49-F238E27FC236}">
                <a16:creationId xmlns:a16="http://schemas.microsoft.com/office/drawing/2014/main" id="{F64A0E8C-B70E-23CE-3468-A9FB35D698A6}"/>
              </a:ext>
            </a:extLst>
          </p:cNvPr>
          <p:cNvSpPr>
            <a:spLocks noGrp="1"/>
          </p:cNvSpPr>
          <p:nvPr>
            <p:ph type="title"/>
          </p:nvPr>
        </p:nvSpPr>
        <p:spPr>
          <a:xfrm>
            <a:off x="628650" y="274638"/>
            <a:ext cx="7886700" cy="993775"/>
          </a:xfrm>
          <a:prstGeom prst="rect">
            <a:avLst/>
          </a:prstGeom>
        </p:spPr>
        <p:txBody>
          <a:bodyPr vert="horz" lIns="91440" tIns="45720" rIns="91440" bIns="45720" rtlCol="0" anchor="ctr">
            <a:normAutofit/>
          </a:bodyPr>
          <a:lstStyle/>
          <a:p>
            <a:r>
              <a:rPr lang="fr-FR"/>
              <a:t>Modifiez le style du titre</a:t>
            </a:r>
            <a:endParaRPr lang="fr-CA"/>
          </a:p>
        </p:txBody>
      </p:sp>
      <p:sp>
        <p:nvSpPr>
          <p:cNvPr id="3" name="Espace réservé du texte 2">
            <a:extLst>
              <a:ext uri="{FF2B5EF4-FFF2-40B4-BE49-F238E27FC236}">
                <a16:creationId xmlns:a16="http://schemas.microsoft.com/office/drawing/2014/main" id="{01406032-7C20-00CD-8691-317C63C1DC8F}"/>
              </a:ext>
            </a:extLst>
          </p:cNvPr>
          <p:cNvSpPr>
            <a:spLocks noGrp="1"/>
          </p:cNvSpPr>
          <p:nvPr>
            <p:ph type="body" idx="1"/>
          </p:nvPr>
        </p:nvSpPr>
        <p:spPr>
          <a:xfrm>
            <a:off x="628650" y="1370013"/>
            <a:ext cx="7886700" cy="3262312"/>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u pied de page 3">
            <a:extLst>
              <a:ext uri="{FF2B5EF4-FFF2-40B4-BE49-F238E27FC236}">
                <a16:creationId xmlns:a16="http://schemas.microsoft.com/office/drawing/2014/main" id="{DA4D14FB-B222-B480-2D62-E704A4E89C6F}"/>
              </a:ext>
            </a:extLst>
          </p:cNvPr>
          <p:cNvSpPr>
            <a:spLocks noGrp="1"/>
          </p:cNvSpPr>
          <p:nvPr>
            <p:ph type="ftr" sz="quarter" idx="3"/>
          </p:nvPr>
        </p:nvSpPr>
        <p:spPr>
          <a:xfrm>
            <a:off x="3028950" y="4767263"/>
            <a:ext cx="3086100" cy="274637"/>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fr-CA"/>
          </a:p>
        </p:txBody>
      </p:sp>
      <p:sp>
        <p:nvSpPr>
          <p:cNvPr id="5" name="Espace réservé du numéro de diapositive 4">
            <a:extLst>
              <a:ext uri="{FF2B5EF4-FFF2-40B4-BE49-F238E27FC236}">
                <a16:creationId xmlns:a16="http://schemas.microsoft.com/office/drawing/2014/main" id="{9BAE3037-8D04-D319-603E-D1719704189D}"/>
              </a:ext>
            </a:extLst>
          </p:cNvPr>
          <p:cNvSpPr>
            <a:spLocks noGrp="1"/>
          </p:cNvSpPr>
          <p:nvPr>
            <p:ph type="sldNum" sz="quarter" idx="4"/>
          </p:nvPr>
        </p:nvSpPr>
        <p:spPr>
          <a:xfrm>
            <a:off x="6457950" y="4767263"/>
            <a:ext cx="2057400" cy="274637"/>
          </a:xfrm>
          <a:prstGeom prst="rect">
            <a:avLst/>
          </a:prstGeom>
        </p:spPr>
        <p:txBody>
          <a:bodyPr vert="horz" lIns="91440" tIns="45720" rIns="91440" bIns="45720" rtlCol="0" anchor="ctr"/>
          <a:lstStyle>
            <a:lvl1pPr algn="r">
              <a:defRPr sz="1200">
                <a:solidFill>
                  <a:schemeClr val="tx1">
                    <a:tint val="82000"/>
                  </a:schemeClr>
                </a:solidFill>
              </a:defRPr>
            </a:lvl1pPr>
          </a:lstStyle>
          <a:p>
            <a:fld id="{3A5D0576-A8E4-4E4B-99CA-05A108836EA4}" type="slidenum">
              <a:rPr lang="fr-CA" smtClean="0"/>
              <a:t>‹N°›</a:t>
            </a:fld>
            <a:endParaRPr lang="fr-CA"/>
          </a:p>
        </p:txBody>
      </p:sp>
    </p:spTree>
    <p:extLst>
      <p:ext uri="{BB962C8B-B14F-4D97-AF65-F5344CB8AC3E}">
        <p14:creationId xmlns:p14="http://schemas.microsoft.com/office/powerpoint/2010/main" val="2841718126"/>
      </p:ext>
    </p:extLst>
  </p:cSld>
  <p:clrMap bg1="lt1" tx1="dk1" bg2="lt2" tx2="dk2" accent1="accent1" accent2="accent2" accent3="accent3" accent4="accent4" accent5="accent5" accent6="accent6" hlink="hlink" folHlink="folHlink"/>
  <p:sldLayoutIdLst>
    <p:sldLayoutId id="2147483685" r:id="rId1"/>
    <p:sldLayoutId id="2147483693" r:id="rId2"/>
    <p:sldLayoutId id="2147483687" r:id="rId3"/>
    <p:sldLayoutId id="2147483688" r:id="rId4"/>
    <p:sldLayoutId id="2147483691" r:id="rId5"/>
    <p:sldLayoutId id="2147483692" r:id="rId6"/>
  </p:sldLayoutIdLst>
  <p:hf hdr="0" dt="0"/>
  <p:txStyles>
    <p:titleStyle>
      <a:lvl1pPr algn="l" defTabSz="914400" rtl="0" eaLnBrk="1" latinLnBrk="0" hangingPunct="1">
        <a:lnSpc>
          <a:spcPct val="90000"/>
        </a:lnSpc>
        <a:spcBef>
          <a:spcPct val="0"/>
        </a:spcBef>
        <a:buNone/>
        <a:defRPr sz="2800" kern="1200">
          <a:solidFill>
            <a:schemeClr val="bg1"/>
          </a:solidFill>
          <a:latin typeface="Segoe UI Semibold" panose="020B0702040204020203" pitchFamily="34" charset="0"/>
          <a:ea typeface="+mj-ea"/>
          <a:cs typeface="Segoe UI Semibold" panose="020B0702040204020203"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05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2880" userDrawn="1">
          <p15:clr>
            <a:srgbClr val="F26B43"/>
          </p15:clr>
        </p15:guide>
      </p15:sldGuideLst>
    </p:ext>
  </p:extLst>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1" name="Rectangle : coins arrondis 10">
            <a:extLst>
              <a:ext uri="{FF2B5EF4-FFF2-40B4-BE49-F238E27FC236}">
                <a16:creationId xmlns:a16="http://schemas.microsoft.com/office/drawing/2014/main" id="{5EBF17C1-0FFA-71B0-8E1A-F8E279AD11CB}"/>
              </a:ext>
            </a:extLst>
          </p:cNvPr>
          <p:cNvSpPr/>
          <p:nvPr userDrawn="1"/>
        </p:nvSpPr>
        <p:spPr>
          <a:xfrm>
            <a:off x="-180528" y="-200532"/>
            <a:ext cx="9324528" cy="1296144"/>
          </a:xfrm>
          <a:prstGeom prst="roundRect">
            <a:avLst/>
          </a:prstGeom>
          <a:solidFill>
            <a:schemeClr val="accent3">
              <a:lumMod val="40000"/>
              <a:lumOff val="60000"/>
            </a:schemeClr>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fr-CA"/>
          </a:p>
        </p:txBody>
      </p:sp>
      <p:sp>
        <p:nvSpPr>
          <p:cNvPr id="2" name="Espace réservé du titre 1">
            <a:extLst>
              <a:ext uri="{FF2B5EF4-FFF2-40B4-BE49-F238E27FC236}">
                <a16:creationId xmlns:a16="http://schemas.microsoft.com/office/drawing/2014/main" id="{CCB7F214-8781-9FEF-EF53-5B9685244C75}"/>
              </a:ext>
            </a:extLst>
          </p:cNvPr>
          <p:cNvSpPr>
            <a:spLocks noGrp="1"/>
          </p:cNvSpPr>
          <p:nvPr>
            <p:ph type="title"/>
          </p:nvPr>
        </p:nvSpPr>
        <p:spPr>
          <a:xfrm>
            <a:off x="628650" y="274638"/>
            <a:ext cx="7886700" cy="993775"/>
          </a:xfrm>
          <a:prstGeom prst="rect">
            <a:avLst/>
          </a:prstGeom>
        </p:spPr>
        <p:txBody>
          <a:bodyPr vert="horz" lIns="91440" tIns="45720" rIns="91440" bIns="45720" rtlCol="0" anchor="ctr">
            <a:normAutofit/>
          </a:bodyPr>
          <a:lstStyle/>
          <a:p>
            <a:r>
              <a:rPr lang="fr-FR"/>
              <a:t>Modifiez le style du titre</a:t>
            </a:r>
            <a:endParaRPr lang="fr-CA"/>
          </a:p>
        </p:txBody>
      </p:sp>
      <p:sp>
        <p:nvSpPr>
          <p:cNvPr id="3" name="Espace réservé du texte 2">
            <a:extLst>
              <a:ext uri="{FF2B5EF4-FFF2-40B4-BE49-F238E27FC236}">
                <a16:creationId xmlns:a16="http://schemas.microsoft.com/office/drawing/2014/main" id="{8CE9412C-422E-5DF7-128E-82C0ABFD4778}"/>
              </a:ext>
            </a:extLst>
          </p:cNvPr>
          <p:cNvSpPr>
            <a:spLocks noGrp="1"/>
          </p:cNvSpPr>
          <p:nvPr>
            <p:ph type="body" idx="1"/>
          </p:nvPr>
        </p:nvSpPr>
        <p:spPr>
          <a:xfrm>
            <a:off x="628650" y="1370013"/>
            <a:ext cx="7886700" cy="3262312"/>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u pied de page 3">
            <a:extLst>
              <a:ext uri="{FF2B5EF4-FFF2-40B4-BE49-F238E27FC236}">
                <a16:creationId xmlns:a16="http://schemas.microsoft.com/office/drawing/2014/main" id="{2E36E40B-FABB-BE45-76EF-753AAB776701}"/>
              </a:ext>
            </a:extLst>
          </p:cNvPr>
          <p:cNvSpPr>
            <a:spLocks noGrp="1"/>
          </p:cNvSpPr>
          <p:nvPr>
            <p:ph type="ftr" sz="quarter" idx="3"/>
          </p:nvPr>
        </p:nvSpPr>
        <p:spPr>
          <a:xfrm>
            <a:off x="3028950" y="4767263"/>
            <a:ext cx="3086100" cy="274637"/>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fr-CA"/>
          </a:p>
        </p:txBody>
      </p:sp>
      <p:sp>
        <p:nvSpPr>
          <p:cNvPr id="5" name="Espace réservé du numéro de diapositive 4">
            <a:extLst>
              <a:ext uri="{FF2B5EF4-FFF2-40B4-BE49-F238E27FC236}">
                <a16:creationId xmlns:a16="http://schemas.microsoft.com/office/drawing/2014/main" id="{87CBE2B6-223C-961D-53DE-122DE20A15F2}"/>
              </a:ext>
            </a:extLst>
          </p:cNvPr>
          <p:cNvSpPr>
            <a:spLocks noGrp="1"/>
          </p:cNvSpPr>
          <p:nvPr>
            <p:ph type="sldNum" sz="quarter" idx="4"/>
          </p:nvPr>
        </p:nvSpPr>
        <p:spPr>
          <a:xfrm>
            <a:off x="6457950" y="4767263"/>
            <a:ext cx="2057400" cy="274637"/>
          </a:xfrm>
          <a:prstGeom prst="rect">
            <a:avLst/>
          </a:prstGeom>
        </p:spPr>
        <p:txBody>
          <a:bodyPr vert="horz" lIns="91440" tIns="45720" rIns="91440" bIns="45720" rtlCol="0" anchor="ctr"/>
          <a:lstStyle>
            <a:lvl1pPr algn="r">
              <a:defRPr sz="1200">
                <a:solidFill>
                  <a:schemeClr val="tx1">
                    <a:tint val="82000"/>
                  </a:schemeClr>
                </a:solidFill>
              </a:defRPr>
            </a:lvl1pPr>
          </a:lstStyle>
          <a:p>
            <a:fld id="{F84AFED5-3BA1-474B-A3EA-BFF25473A6C0}" type="slidenum">
              <a:rPr lang="fr-CA" smtClean="0"/>
              <a:t>‹N°›</a:t>
            </a:fld>
            <a:endParaRPr lang="fr-CA"/>
          </a:p>
        </p:txBody>
      </p:sp>
    </p:spTree>
    <p:extLst>
      <p:ext uri="{BB962C8B-B14F-4D97-AF65-F5344CB8AC3E}">
        <p14:creationId xmlns:p14="http://schemas.microsoft.com/office/powerpoint/2010/main" val="1837535943"/>
      </p:ext>
    </p:extLst>
  </p:cSld>
  <p:clrMap bg1="lt1" tx1="dk1" bg2="lt2" tx2="dk2" accent1="accent1" accent2="accent2" accent3="accent3" accent4="accent4" accent5="accent5" accent6="accent6" hlink="hlink" folHlink="folHlink"/>
  <p:sldLayoutIdLst>
    <p:sldLayoutId id="2147483695" r:id="rId1"/>
    <p:sldLayoutId id="2147483696" r:id="rId2"/>
    <p:sldLayoutId id="2147483697" r:id="rId3"/>
    <p:sldLayoutId id="2147483698" r:id="rId4"/>
    <p:sldLayoutId id="2147483699" r:id="rId5"/>
    <p:sldLayoutId id="2147483700" r:id="rId6"/>
  </p:sldLayoutIdLst>
  <p:hf hdr="0" dt="0"/>
  <p:txStyles>
    <p:titleStyle>
      <a:lvl1pPr algn="l" defTabSz="914400" rtl="0" eaLnBrk="1" latinLnBrk="0" hangingPunct="1">
        <a:lnSpc>
          <a:spcPct val="90000"/>
        </a:lnSpc>
        <a:spcBef>
          <a:spcPct val="0"/>
        </a:spcBef>
        <a:buNone/>
        <a:defRPr sz="2800" kern="1200">
          <a:solidFill>
            <a:schemeClr val="tx1"/>
          </a:solidFill>
          <a:latin typeface="Segoe UI Semibold" panose="020B0702040204020203" pitchFamily="34" charset="0"/>
          <a:ea typeface="+mj-ea"/>
          <a:cs typeface="Segoe UI Semibold" panose="020B0702040204020203"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05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2880" userDrawn="1">
          <p15:clr>
            <a:srgbClr val="F26B43"/>
          </p15:clr>
        </p15:guide>
      </p15:sldGuideLst>
    </p:ext>
  </p:extLst>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1B8F7199-E27A-FD96-423D-F9F708990562}"/>
              </a:ext>
            </a:extLst>
          </p:cNvPr>
          <p:cNvSpPr>
            <a:spLocks noGrp="1"/>
          </p:cNvSpPr>
          <p:nvPr>
            <p:ph type="title"/>
          </p:nvPr>
        </p:nvSpPr>
        <p:spPr>
          <a:xfrm>
            <a:off x="628650" y="274638"/>
            <a:ext cx="7886700" cy="993775"/>
          </a:xfrm>
          <a:prstGeom prst="rect">
            <a:avLst/>
          </a:prstGeom>
        </p:spPr>
        <p:txBody>
          <a:bodyPr vert="horz" lIns="91440" tIns="45720" rIns="91440" bIns="45720" rtlCol="0" anchor="ctr">
            <a:normAutofit/>
          </a:bodyPr>
          <a:lstStyle/>
          <a:p>
            <a:r>
              <a:rPr lang="fr-FR"/>
              <a:t>Modifiez le style du titre</a:t>
            </a:r>
            <a:endParaRPr lang="fr-CA"/>
          </a:p>
        </p:txBody>
      </p:sp>
      <p:sp>
        <p:nvSpPr>
          <p:cNvPr id="3" name="Espace réservé du texte 2">
            <a:extLst>
              <a:ext uri="{FF2B5EF4-FFF2-40B4-BE49-F238E27FC236}">
                <a16:creationId xmlns:a16="http://schemas.microsoft.com/office/drawing/2014/main" id="{B56DD826-5C41-4A23-6441-B1C218223C92}"/>
              </a:ext>
            </a:extLst>
          </p:cNvPr>
          <p:cNvSpPr>
            <a:spLocks noGrp="1"/>
          </p:cNvSpPr>
          <p:nvPr>
            <p:ph type="body" idx="1"/>
          </p:nvPr>
        </p:nvSpPr>
        <p:spPr>
          <a:xfrm>
            <a:off x="628650" y="1370013"/>
            <a:ext cx="7886700" cy="3262312"/>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u pied de page 3">
            <a:extLst>
              <a:ext uri="{FF2B5EF4-FFF2-40B4-BE49-F238E27FC236}">
                <a16:creationId xmlns:a16="http://schemas.microsoft.com/office/drawing/2014/main" id="{65D44BC1-72D3-AAC7-A2D5-624539EE8663}"/>
              </a:ext>
            </a:extLst>
          </p:cNvPr>
          <p:cNvSpPr>
            <a:spLocks noGrp="1"/>
          </p:cNvSpPr>
          <p:nvPr>
            <p:ph type="ftr" sz="quarter" idx="3"/>
          </p:nvPr>
        </p:nvSpPr>
        <p:spPr>
          <a:xfrm>
            <a:off x="3028950" y="4767263"/>
            <a:ext cx="3086100" cy="274637"/>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fr-CA"/>
          </a:p>
        </p:txBody>
      </p:sp>
      <p:sp>
        <p:nvSpPr>
          <p:cNvPr id="5" name="Espace réservé du numéro de diapositive 4">
            <a:extLst>
              <a:ext uri="{FF2B5EF4-FFF2-40B4-BE49-F238E27FC236}">
                <a16:creationId xmlns:a16="http://schemas.microsoft.com/office/drawing/2014/main" id="{58DC1283-133C-CE73-E7B8-9E19825D62BF}"/>
              </a:ext>
            </a:extLst>
          </p:cNvPr>
          <p:cNvSpPr>
            <a:spLocks noGrp="1"/>
          </p:cNvSpPr>
          <p:nvPr>
            <p:ph type="sldNum" sz="quarter" idx="4"/>
          </p:nvPr>
        </p:nvSpPr>
        <p:spPr>
          <a:xfrm>
            <a:off x="6457950" y="4767263"/>
            <a:ext cx="2057400" cy="274637"/>
          </a:xfrm>
          <a:prstGeom prst="rect">
            <a:avLst/>
          </a:prstGeom>
        </p:spPr>
        <p:txBody>
          <a:bodyPr vert="horz" lIns="91440" tIns="45720" rIns="91440" bIns="45720" rtlCol="0" anchor="ctr"/>
          <a:lstStyle>
            <a:lvl1pPr algn="r">
              <a:defRPr sz="1200">
                <a:solidFill>
                  <a:schemeClr val="tx1">
                    <a:tint val="82000"/>
                  </a:schemeClr>
                </a:solidFill>
              </a:defRPr>
            </a:lvl1pPr>
          </a:lstStyle>
          <a:p>
            <a:fld id="{BB998DE6-33BA-4F10-AADA-FCABBFACEF00}" type="slidenum">
              <a:rPr lang="fr-CA" smtClean="0"/>
              <a:t>‹N°›</a:t>
            </a:fld>
            <a:endParaRPr lang="fr-CA"/>
          </a:p>
        </p:txBody>
      </p:sp>
    </p:spTree>
    <p:extLst>
      <p:ext uri="{BB962C8B-B14F-4D97-AF65-F5344CB8AC3E}">
        <p14:creationId xmlns:p14="http://schemas.microsoft.com/office/powerpoint/2010/main" val="2512931223"/>
      </p:ext>
    </p:extLst>
  </p:cSld>
  <p:clrMap bg1="lt1" tx1="dk1" bg2="lt2" tx2="dk2" accent1="accent1" accent2="accent2" accent3="accent3" accent4="accent4" accent5="accent5" accent6="accent6" hlink="hlink" folHlink="folHlink"/>
  <p:sldLayoutIdLst>
    <p:sldLayoutId id="2147483702" r:id="rId1"/>
    <p:sldLayoutId id="2147483703" r:id="rId2"/>
    <p:sldLayoutId id="2147483704" r:id="rId3"/>
    <p:sldLayoutId id="2147483705" r:id="rId4"/>
    <p:sldLayoutId id="2147483706" r:id="rId5"/>
    <p:sldLayoutId id="2147483707" r:id="rId6"/>
  </p:sldLayoutIdLst>
  <p:hf hdr="0" dt="0"/>
  <p:txStyles>
    <p:titleStyle>
      <a:lvl1pPr algn="l" defTabSz="914400" rtl="0" eaLnBrk="1" latinLnBrk="0" hangingPunct="1">
        <a:lnSpc>
          <a:spcPct val="90000"/>
        </a:lnSpc>
        <a:spcBef>
          <a:spcPct val="0"/>
        </a:spcBef>
        <a:buNone/>
        <a:defRPr sz="2800" kern="1200">
          <a:solidFill>
            <a:schemeClr val="tx1"/>
          </a:solidFill>
          <a:latin typeface="Segoe UI Semibold" panose="020B0702040204020203" pitchFamily="34" charset="0"/>
          <a:ea typeface="+mj-ea"/>
          <a:cs typeface="Segoe UI Semibold" panose="020B0702040204020203"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05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2880" userDrawn="1">
          <p15:clr>
            <a:srgbClr val="F26B43"/>
          </p15:clr>
        </p15:guide>
      </p15:sldGuideLst>
    </p:ext>
  </p:extLst>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Espace réservé du pied de page 3">
            <a:extLst>
              <a:ext uri="{FF2B5EF4-FFF2-40B4-BE49-F238E27FC236}">
                <a16:creationId xmlns:a16="http://schemas.microsoft.com/office/drawing/2014/main" id="{FC62D7A8-797D-6E91-7AA4-C607436CD1C3}"/>
              </a:ext>
            </a:extLst>
          </p:cNvPr>
          <p:cNvSpPr>
            <a:spLocks noGrp="1"/>
          </p:cNvSpPr>
          <p:nvPr>
            <p:ph type="ftr" sz="quarter" idx="3"/>
          </p:nvPr>
        </p:nvSpPr>
        <p:spPr>
          <a:xfrm>
            <a:off x="3028950" y="4767263"/>
            <a:ext cx="3086100" cy="274637"/>
          </a:xfrm>
          <a:prstGeom prst="rect">
            <a:avLst/>
          </a:prstGeom>
        </p:spPr>
        <p:txBody>
          <a:bodyPr vert="horz" lIns="91440" tIns="45720" rIns="91440" bIns="45720" rtlCol="0" anchor="ctr"/>
          <a:lstStyle>
            <a:lvl1pPr algn="ctr">
              <a:defRPr sz="1200">
                <a:solidFill>
                  <a:schemeClr val="tx1">
                    <a:tint val="82000"/>
                  </a:schemeClr>
                </a:solidFill>
                <a:latin typeface="Segoe UI" panose="020B0502040204020203" pitchFamily="34" charset="0"/>
              </a:defRPr>
            </a:lvl1pPr>
          </a:lstStyle>
          <a:p>
            <a:endParaRPr lang="fr-CA" dirty="0"/>
          </a:p>
        </p:txBody>
      </p:sp>
      <p:sp>
        <p:nvSpPr>
          <p:cNvPr id="5" name="Espace réservé du numéro de diapositive 4">
            <a:extLst>
              <a:ext uri="{FF2B5EF4-FFF2-40B4-BE49-F238E27FC236}">
                <a16:creationId xmlns:a16="http://schemas.microsoft.com/office/drawing/2014/main" id="{5B664A42-FEFD-B8FA-3AE7-425E1F73431D}"/>
              </a:ext>
            </a:extLst>
          </p:cNvPr>
          <p:cNvSpPr>
            <a:spLocks noGrp="1"/>
          </p:cNvSpPr>
          <p:nvPr>
            <p:ph type="sldNum" sz="quarter" idx="4"/>
          </p:nvPr>
        </p:nvSpPr>
        <p:spPr>
          <a:xfrm>
            <a:off x="6457950" y="4767263"/>
            <a:ext cx="2057400" cy="274637"/>
          </a:xfrm>
          <a:prstGeom prst="rect">
            <a:avLst/>
          </a:prstGeom>
        </p:spPr>
        <p:txBody>
          <a:bodyPr vert="horz" lIns="91440" tIns="45720" rIns="91440" bIns="45720" rtlCol="0" anchor="ctr"/>
          <a:lstStyle>
            <a:lvl1pPr algn="r">
              <a:defRPr sz="1200">
                <a:solidFill>
                  <a:schemeClr val="tx1">
                    <a:tint val="82000"/>
                  </a:schemeClr>
                </a:solidFill>
                <a:latin typeface="Segoe UI" panose="020B0502040204020203" pitchFamily="34" charset="0"/>
              </a:defRPr>
            </a:lvl1pPr>
          </a:lstStyle>
          <a:p>
            <a:fld id="{DCAC3819-3592-4AB6-AC7E-7D88C40B59E0}" type="slidenum">
              <a:rPr lang="fr-CA" smtClean="0"/>
              <a:pPr/>
              <a:t>‹N°›</a:t>
            </a:fld>
            <a:endParaRPr lang="fr-CA" dirty="0"/>
          </a:p>
        </p:txBody>
      </p:sp>
    </p:spTree>
    <p:extLst>
      <p:ext uri="{BB962C8B-B14F-4D97-AF65-F5344CB8AC3E}">
        <p14:creationId xmlns:p14="http://schemas.microsoft.com/office/powerpoint/2010/main" val="1065831156"/>
      </p:ext>
    </p:extLst>
  </p:cSld>
  <p:clrMap bg1="lt1" tx1="dk1" bg2="lt2" tx2="dk2" accent1="accent1" accent2="accent2" accent3="accent3" accent4="accent4" accent5="accent5" accent6="accent6" hlink="hlink" folHlink="folHlink"/>
  <p:sldLayoutIdLst>
    <p:sldLayoutId id="2147483722" r:id="rId1"/>
    <p:sldLayoutId id="2147483723" r:id="rId2"/>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288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notesSlide" Target="../notesSlides/notesSlide2.xml"/><Relationship Id="rId1" Type="http://schemas.openxmlformats.org/officeDocument/2006/relationships/slideLayout" Target="../slideLayouts/slideLayout14.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xml"/><Relationship Id="rId1" Type="http://schemas.openxmlformats.org/officeDocument/2006/relationships/slideLayout" Target="../slideLayouts/slideLayout16.xml"/><Relationship Id="rId5" Type="http://schemas.openxmlformats.org/officeDocument/2006/relationships/image" Target="../media/image22.png"/><Relationship Id="rId4" Type="http://schemas.openxmlformats.org/officeDocument/2006/relationships/image" Target="../media/image21.png"/></Relationships>
</file>

<file path=ppt/slides/_rels/slide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xml"/><Relationship Id="rId1" Type="http://schemas.openxmlformats.org/officeDocument/2006/relationships/slideLayout" Target="../slideLayouts/slideLayout16.xml"/><Relationship Id="rId5" Type="http://schemas.openxmlformats.org/officeDocument/2006/relationships/image" Target="../media/image25.png"/><Relationship Id="rId4" Type="http://schemas.openxmlformats.org/officeDocument/2006/relationships/image" Target="../media/image24.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16.xml"/><Relationship Id="rId5" Type="http://schemas.openxmlformats.org/officeDocument/2006/relationships/image" Target="../media/image15.png"/><Relationship Id="rId4" Type="http://schemas.openxmlformats.org/officeDocument/2006/relationships/image" Target="../media/image26.png"/></Relationships>
</file>

<file path=ppt/slides/_rels/slide7.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27.png"/><Relationship Id="rId7" Type="http://schemas.openxmlformats.org/officeDocument/2006/relationships/image" Target="../media/image20.png"/><Relationship Id="rId2" Type="http://schemas.openxmlformats.org/officeDocument/2006/relationships/notesSlide" Target="../notesSlides/notesSlide7.xml"/><Relationship Id="rId1" Type="http://schemas.openxmlformats.org/officeDocument/2006/relationships/slideLayout" Target="../slideLayouts/slideLayout16.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8.xml"/><Relationship Id="rId1" Type="http://schemas.openxmlformats.org/officeDocument/2006/relationships/slideLayout" Target="../slideLayouts/slideLayout16.xml"/><Relationship Id="rId5" Type="http://schemas.openxmlformats.org/officeDocument/2006/relationships/image" Target="../media/image33.png"/><Relationship Id="rId4" Type="http://schemas.openxmlformats.org/officeDocument/2006/relationships/image" Target="../media/image22.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1.xml"/><Relationship Id="rId1" Type="http://schemas.openxmlformats.org/officeDocument/2006/relationships/slideLayout" Target="../slideLayouts/slideLayout16.xml"/><Relationship Id="rId4" Type="http://schemas.openxmlformats.org/officeDocument/2006/relationships/image" Target="../media/image22.png"/></Relationships>
</file>

<file path=ppt/slides/_rels/slide12.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image" Target="../media/image18.png"/><Relationship Id="rId7" Type="http://schemas.openxmlformats.org/officeDocument/2006/relationships/image" Target="../media/image29.png"/><Relationship Id="rId2" Type="http://schemas.openxmlformats.org/officeDocument/2006/relationships/notesSlide" Target="../notesSlides/notesSlide12.xml"/><Relationship Id="rId1" Type="http://schemas.openxmlformats.org/officeDocument/2006/relationships/slideLayout" Target="../slideLayouts/slideLayout16.xml"/><Relationship Id="rId6" Type="http://schemas.openxmlformats.org/officeDocument/2006/relationships/image" Target="../media/image36.png"/><Relationship Id="rId5" Type="http://schemas.openxmlformats.org/officeDocument/2006/relationships/image" Target="../media/image15.png"/><Relationship Id="rId4" Type="http://schemas.openxmlformats.org/officeDocument/2006/relationships/image" Target="../media/image35.png"/><Relationship Id="rId9" Type="http://schemas.openxmlformats.org/officeDocument/2006/relationships/image" Target="../media/image38.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6.xml"/></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4.xml"/><Relationship Id="rId1" Type="http://schemas.openxmlformats.org/officeDocument/2006/relationships/slideLayout" Target="../slideLayouts/slideLayout16.xml"/><Relationship Id="rId5" Type="http://schemas.openxmlformats.org/officeDocument/2006/relationships/image" Target="../media/image40.png"/><Relationship Id="rId4" Type="http://schemas.openxmlformats.org/officeDocument/2006/relationships/image" Target="../media/image39.png"/></Relationships>
</file>

<file path=ppt/slides/_rels/slide1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5.xml"/><Relationship Id="rId1" Type="http://schemas.openxmlformats.org/officeDocument/2006/relationships/slideLayout" Target="../slideLayouts/slideLayout16.xml"/><Relationship Id="rId6" Type="http://schemas.openxmlformats.org/officeDocument/2006/relationships/image" Target="../media/image41.png"/><Relationship Id="rId5" Type="http://schemas.openxmlformats.org/officeDocument/2006/relationships/image" Target="../media/image18.png"/><Relationship Id="rId4" Type="http://schemas.openxmlformats.org/officeDocument/2006/relationships/image" Target="../media/image29.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a:xfrm>
            <a:off x="393192" y="1874519"/>
            <a:ext cx="6035040" cy="868680"/>
          </a:xfrm>
        </p:spPr>
        <p:txBody>
          <a:bodyPr wrap="square"/>
          <a:lstStyle/>
          <a:p>
            <a:pPr marL="0" indent="0">
              <a:lnSpc>
                <a:spcPct val="105000"/>
              </a:lnSpc>
            </a:pPr>
            <a:r>
              <a:rPr sz="1500">
                <a:solidFill>
                  <a:srgbClr val="90F1E9"/>
                </a:solidFill>
                <a:latin typeface="Segoe UI"/>
              </a:rPr>
              <a:t>La cartografía geoweb al servicio de la integración de la prevención en el ordenamiento de los territorios rurales de Quebec</a:t>
            </a:r>
          </a:p>
        </p:txBody>
      </p:sp>
      <p:sp>
        <p:nvSpPr>
          <p:cNvPr id="3" name="Title 2"/>
          <p:cNvSpPr>
            <a:spLocks noGrp="1"/>
          </p:cNvSpPr>
          <p:nvPr>
            <p:ph type="title"/>
          </p:nvPr>
        </p:nvSpPr>
        <p:spPr>
          <a:xfrm>
            <a:off x="393192" y="1143000"/>
            <a:ext cx="6309360" cy="685800"/>
          </a:xfrm>
        </p:spPr>
        <p:txBody>
          <a:bodyPr wrap="square"/>
          <a:lstStyle/>
          <a:p>
            <a:pPr marL="0" indent="0"/>
            <a:r>
              <a:rPr sz="4000" b="1">
                <a:solidFill>
                  <a:srgbClr val="FFFFFF"/>
                </a:solidFill>
                <a:latin typeface="Segoe UI Semibold"/>
              </a:rPr>
              <a:t>C.A.R.T.O.S.</a:t>
            </a:r>
          </a:p>
        </p:txBody>
      </p:sp>
      <p:sp>
        <p:nvSpPr>
          <p:cNvPr id="4" name="Text Placeholder 3"/>
          <p:cNvSpPr>
            <a:spLocks noGrp="1"/>
          </p:cNvSpPr>
          <p:nvPr>
            <p:ph type="body" sz="quarter" idx="12"/>
          </p:nvPr>
        </p:nvSpPr>
        <p:spPr>
          <a:xfrm>
            <a:off x="393192" y="2880360"/>
            <a:ext cx="6035040" cy="292608"/>
          </a:xfrm>
        </p:spPr>
        <p:txBody>
          <a:bodyPr wrap="square">
            <a:normAutofit fontScale="77500" lnSpcReduction="20000"/>
          </a:bodyPr>
          <a:lstStyle/>
          <a:p>
            <a:pPr marL="0" indent="0"/>
            <a:r>
              <a:rPr sz="1300" b="1">
                <a:solidFill>
                  <a:srgbClr val="FFFFFF"/>
                </a:solidFill>
                <a:latin typeface="Segoe UI"/>
              </a:rPr>
              <a:t>Éric Robitaille, Ph. D.</a:t>
            </a:r>
          </a:p>
        </p:txBody>
      </p:sp>
      <p:sp>
        <p:nvSpPr>
          <p:cNvPr id="5" name="Text Placeholder 4"/>
          <p:cNvSpPr>
            <a:spLocks noGrp="1"/>
          </p:cNvSpPr>
          <p:nvPr>
            <p:ph type="body" sz="quarter" idx="13"/>
          </p:nvPr>
        </p:nvSpPr>
        <p:spPr>
          <a:xfrm>
            <a:off x="393192" y="3200400"/>
            <a:ext cx="6035040" cy="1005840"/>
          </a:xfrm>
        </p:spPr>
        <p:txBody>
          <a:bodyPr wrap="square"/>
          <a:lstStyle/>
          <a:p>
            <a:pPr marL="0" indent="0">
              <a:lnSpc>
                <a:spcPct val="100000"/>
              </a:lnSpc>
              <a:spcAft>
                <a:spcPts val="400"/>
              </a:spcAft>
            </a:pPr>
            <a:r>
              <a:rPr sz="1000">
                <a:solidFill>
                  <a:srgbClr val="FFFFFF"/>
                </a:solidFill>
                <a:latin typeface="Segoe UI"/>
              </a:rPr>
              <a:t>Dirección de Salud Pública, CISSS des Laurentides (Santé Québec Laurentides)  ·  Escuela de Salud Pública de la Universidad de Montreal</a:t>
            </a:r>
          </a:p>
          <a:p>
            <a:pPr marL="0" indent="0">
              <a:lnSpc>
                <a:spcPct val="100000"/>
              </a:lnSpc>
              <a:spcAft>
                <a:spcPts val="400"/>
              </a:spcAft>
            </a:pPr>
            <a:r>
              <a:rPr sz="1000">
                <a:solidFill>
                  <a:srgbClr val="FFFFFF"/>
                </a:solidFill>
                <a:latin typeface="Segoe UI"/>
              </a:rPr>
              <a:t>CALASS 2026 — 36.º congreso de la ALASS  ·  Montreal, 28 de agosto de 2026</a:t>
            </a:r>
          </a:p>
          <a:p>
            <a:pPr marL="0" indent="0">
              <a:lnSpc>
                <a:spcPct val="100000"/>
              </a:lnSpc>
              <a:spcAft>
                <a:spcPts val="400"/>
              </a:spcAft>
            </a:pPr>
            <a:r>
              <a:rPr sz="1000">
                <a:solidFill>
                  <a:srgbClr val="FFFFFF"/>
                </a:solidFill>
                <a:latin typeface="Segoe UI"/>
              </a:rPr>
              <a:t>Sesión 4.5 — Desafíos de ruralidad y equidad territorial</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3192" y="868680"/>
            <a:ext cx="8321040" cy="548640"/>
          </a:xfrm>
        </p:spPr>
        <p:txBody>
          <a:bodyPr wrap="square"/>
          <a:lstStyle/>
          <a:p>
            <a:pPr marL="0" indent="0"/>
            <a:r>
              <a:rPr sz="3000" b="1">
                <a:solidFill>
                  <a:srgbClr val="FFFFFF"/>
                </a:solidFill>
                <a:latin typeface="Segoe UI Semibold"/>
              </a:rPr>
              <a:t>Contenido</a:t>
            </a:r>
          </a:p>
        </p:txBody>
      </p:sp>
      <p:sp>
        <p:nvSpPr>
          <p:cNvPr id="4" name="Text Placeholder 3"/>
          <p:cNvSpPr>
            <a:spLocks noGrp="1"/>
          </p:cNvSpPr>
          <p:nvPr>
            <p:ph type="body" sz="quarter" idx="12"/>
          </p:nvPr>
        </p:nvSpPr>
        <p:spPr/>
        <p:txBody>
          <a:bodyPr wrap="square">
            <a:normAutofit fontScale="77500" lnSpcReduction="20000"/>
          </a:bodyPr>
          <a:lstStyle/>
          <a:p>
            <a:pPr marL="0" indent="0"/>
            <a:r>
              <a:rPr sz="800">
                <a:solidFill>
                  <a:srgbClr val="90F1E9"/>
                </a:solidFill>
                <a:latin typeface="Segoe UI"/>
              </a:rPr>
              <a:t>C.A.R.T.O.S.  ·  CALASS 2026</a:t>
            </a:r>
          </a:p>
        </p:txBody>
      </p:sp>
      <p:sp>
        <p:nvSpPr>
          <p:cNvPr id="3" name="Espace réservé du numéro de diapositive 2">
            <a:extLst>
              <a:ext uri="{FF2B5EF4-FFF2-40B4-BE49-F238E27FC236}">
                <a16:creationId xmlns:a16="http://schemas.microsoft.com/office/drawing/2014/main" id="{541EB751-E284-141D-F328-847FC2D9C863}"/>
              </a:ext>
            </a:extLst>
          </p:cNvPr>
          <p:cNvSpPr>
            <a:spLocks noGrp="1"/>
          </p:cNvSpPr>
          <p:nvPr>
            <p:ph type="sldNum" sz="quarter" idx="4"/>
          </p:nvPr>
        </p:nvSpPr>
        <p:spPr>
          <a:xfrm>
            <a:off x="6656884" y="4767263"/>
            <a:ext cx="2057400" cy="274637"/>
          </a:xfrm>
          <a:prstGeom prst="rect">
            <a:avLst/>
          </a:prstGeom>
        </p:spPr>
        <p:txBody>
          <a:bodyPr vert="horz" lIns="91440" tIns="45720" rIns="91440" bIns="45720" rtlCol="0" anchor="ctr"/>
          <a:lstStyle>
            <a:lvl1pPr algn="r">
              <a:defRPr sz="1200">
                <a:solidFill>
                  <a:schemeClr val="tx1">
                    <a:tint val="82000"/>
                  </a:schemeClr>
                </a:solidFill>
              </a:defRPr>
            </a:lvl1pPr>
          </a:lstStyle>
          <a:p>
            <a:fld id="{55DDBC63-AA34-4C27-924A-AC3A8202F7BB}" type="slidenum">
              <a:rPr lang="fr-CA" smtClean="0"/>
              <a:t>2</a:t>
            </a:fld>
            <a:endParaRPr lang="fr-CA"/>
          </a:p>
        </p:txBody>
      </p:sp>
      <p:sp>
        <p:nvSpPr>
          <p:cNvPr id="5" name="Rounded Rectangle 4"/>
          <p:cNvSpPr/>
          <p:nvPr/>
        </p:nvSpPr>
        <p:spPr>
          <a:xfrm>
            <a:off x="393192" y="1828800"/>
            <a:ext cx="1561795" cy="1965960"/>
          </a:xfrm>
          <a:prstGeom prst="roundRect">
            <a:avLst>
              <a:gd name="adj" fmla="val 9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6" name="Picture 5" descr="documents.png"/>
          <p:cNvPicPr>
            <a:picLocks noChangeAspect="1"/>
          </p:cNvPicPr>
          <p:nvPr/>
        </p:nvPicPr>
        <p:blipFill>
          <a:blip r:embed="rId3"/>
          <a:stretch>
            <a:fillRect/>
          </a:stretch>
        </p:blipFill>
        <p:spPr>
          <a:xfrm>
            <a:off x="612647" y="2029968"/>
            <a:ext cx="420624" cy="420624"/>
          </a:xfrm>
          <a:prstGeom prst="rect">
            <a:avLst/>
          </a:prstGeom>
        </p:spPr>
      </p:pic>
      <p:sp>
        <p:nvSpPr>
          <p:cNvPr id="7" name="TextBox 6"/>
          <p:cNvSpPr txBox="1"/>
          <p:nvPr/>
        </p:nvSpPr>
        <p:spPr>
          <a:xfrm>
            <a:off x="612647" y="2606040"/>
            <a:ext cx="1122883" cy="1051560"/>
          </a:xfrm>
          <a:prstGeom prst="rect">
            <a:avLst/>
          </a:prstGeom>
          <a:noFill/>
        </p:spPr>
        <p:txBody>
          <a:bodyPr wrap="square" lIns="0" tIns="0" rIns="0" bIns="0" anchor="t">
            <a:spAutoFit/>
          </a:bodyPr>
          <a:lstStyle/>
          <a:p>
            <a:pPr marL="0" indent="0" algn="l">
              <a:lnSpc>
                <a:spcPct val="95000"/>
              </a:lnSpc>
              <a:spcAft>
                <a:spcPts val="500"/>
              </a:spcAft>
            </a:pPr>
            <a:r>
              <a:rPr sz="1300" b="1">
                <a:solidFill>
                  <a:srgbClr val="170A72"/>
                </a:solidFill>
                <a:latin typeface="Segoe UI Semibold"/>
              </a:rPr>
              <a:t>Contexto</a:t>
            </a:r>
          </a:p>
          <a:p>
            <a:pPr marL="0" indent="0" algn="l">
              <a:lnSpc>
                <a:spcPct val="100000"/>
              </a:lnSpc>
            </a:pPr>
            <a:r>
              <a:rPr sz="900">
                <a:solidFill>
                  <a:srgbClr val="4C4C61"/>
                </a:solidFill>
                <a:latin typeface="Segoe UI"/>
              </a:rPr>
              <a:t>El giro normativo de las OGAT de 2024</a:t>
            </a:r>
          </a:p>
        </p:txBody>
      </p:sp>
      <p:sp>
        <p:nvSpPr>
          <p:cNvPr id="8" name="Rounded Rectangle 7"/>
          <p:cNvSpPr/>
          <p:nvPr/>
        </p:nvSpPr>
        <p:spPr>
          <a:xfrm>
            <a:off x="2092147" y="1828800"/>
            <a:ext cx="1561795" cy="1965960"/>
          </a:xfrm>
          <a:prstGeom prst="roundRect">
            <a:avLst>
              <a:gd name="adj" fmla="val 9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9" name="Picture 8" descr="avertissement.png"/>
          <p:cNvPicPr>
            <a:picLocks noChangeAspect="1"/>
          </p:cNvPicPr>
          <p:nvPr/>
        </p:nvPicPr>
        <p:blipFill>
          <a:blip r:embed="rId4"/>
          <a:stretch>
            <a:fillRect/>
          </a:stretch>
        </p:blipFill>
        <p:spPr>
          <a:xfrm>
            <a:off x="2311603" y="2029968"/>
            <a:ext cx="420624" cy="420624"/>
          </a:xfrm>
          <a:prstGeom prst="rect">
            <a:avLst/>
          </a:prstGeom>
        </p:spPr>
      </p:pic>
      <p:sp>
        <p:nvSpPr>
          <p:cNvPr id="10" name="TextBox 9"/>
          <p:cNvSpPr txBox="1"/>
          <p:nvPr/>
        </p:nvSpPr>
        <p:spPr>
          <a:xfrm>
            <a:off x="2311603" y="2606040"/>
            <a:ext cx="1122883" cy="1051560"/>
          </a:xfrm>
          <a:prstGeom prst="rect">
            <a:avLst/>
          </a:prstGeom>
          <a:noFill/>
        </p:spPr>
        <p:txBody>
          <a:bodyPr wrap="square" lIns="0" tIns="0" rIns="0" bIns="0" anchor="t">
            <a:spAutoFit/>
          </a:bodyPr>
          <a:lstStyle/>
          <a:p>
            <a:pPr marL="0" indent="0" algn="l">
              <a:lnSpc>
                <a:spcPct val="95000"/>
              </a:lnSpc>
              <a:spcAft>
                <a:spcPts val="500"/>
              </a:spcAft>
            </a:pPr>
            <a:r>
              <a:rPr sz="1300" b="1">
                <a:solidFill>
                  <a:srgbClr val="170A72"/>
                </a:solidFill>
                <a:latin typeface="Segoe UI Semibold"/>
              </a:rPr>
              <a:t>Problema</a:t>
            </a:r>
          </a:p>
          <a:p>
            <a:pPr marL="0" indent="0" algn="l">
              <a:lnSpc>
                <a:spcPct val="100000"/>
              </a:lnSpc>
            </a:pPr>
            <a:r>
              <a:rPr sz="900">
                <a:solidFill>
                  <a:srgbClr val="4C4C61"/>
                </a:solidFill>
                <a:latin typeface="Segoe UI"/>
              </a:rPr>
              <a:t>Un mandato sin herramientas, en los territorios más frágiles</a:t>
            </a:r>
          </a:p>
        </p:txBody>
      </p:sp>
      <p:sp>
        <p:nvSpPr>
          <p:cNvPr id="11" name="Rounded Rectangle 10"/>
          <p:cNvSpPr/>
          <p:nvPr/>
        </p:nvSpPr>
        <p:spPr>
          <a:xfrm>
            <a:off x="3791102" y="1828800"/>
            <a:ext cx="1561795" cy="1965960"/>
          </a:xfrm>
          <a:prstGeom prst="roundRect">
            <a:avLst>
              <a:gd name="adj" fmla="val 9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2" name="Picture 11" descr="localisation.png"/>
          <p:cNvPicPr>
            <a:picLocks noChangeAspect="1"/>
          </p:cNvPicPr>
          <p:nvPr/>
        </p:nvPicPr>
        <p:blipFill>
          <a:blip r:embed="rId5"/>
          <a:stretch>
            <a:fillRect/>
          </a:stretch>
        </p:blipFill>
        <p:spPr>
          <a:xfrm>
            <a:off x="4010558" y="2029968"/>
            <a:ext cx="420624" cy="420624"/>
          </a:xfrm>
          <a:prstGeom prst="rect">
            <a:avLst/>
          </a:prstGeom>
        </p:spPr>
      </p:pic>
      <p:sp>
        <p:nvSpPr>
          <p:cNvPr id="13" name="TextBox 12"/>
          <p:cNvSpPr txBox="1"/>
          <p:nvPr/>
        </p:nvSpPr>
        <p:spPr>
          <a:xfrm>
            <a:off x="4010558" y="2606040"/>
            <a:ext cx="1122883" cy="1051560"/>
          </a:xfrm>
          <a:prstGeom prst="rect">
            <a:avLst/>
          </a:prstGeom>
          <a:noFill/>
        </p:spPr>
        <p:txBody>
          <a:bodyPr wrap="square" lIns="0" tIns="0" rIns="0" bIns="0" anchor="t">
            <a:spAutoFit/>
          </a:bodyPr>
          <a:lstStyle/>
          <a:p>
            <a:pPr marL="0" indent="0" algn="l">
              <a:lnSpc>
                <a:spcPct val="95000"/>
              </a:lnSpc>
              <a:spcAft>
                <a:spcPts val="500"/>
              </a:spcAft>
            </a:pPr>
            <a:r>
              <a:rPr sz="1300" b="1">
                <a:solidFill>
                  <a:srgbClr val="170A72"/>
                </a:solidFill>
                <a:latin typeface="Segoe UI Semibold"/>
              </a:rPr>
              <a:t>Enfoque</a:t>
            </a:r>
          </a:p>
          <a:p>
            <a:pPr marL="0" indent="0" algn="l">
              <a:lnSpc>
                <a:spcPct val="100000"/>
              </a:lnSpc>
            </a:pPr>
            <a:r>
              <a:rPr sz="900">
                <a:solidFill>
                  <a:srgbClr val="4C4C61"/>
                </a:solidFill>
                <a:latin typeface="Segoe UI"/>
              </a:rPr>
              <a:t>C.A.R.T.O.S.: mapas, talleres, acompañamiento</a:t>
            </a:r>
          </a:p>
        </p:txBody>
      </p:sp>
      <p:sp>
        <p:nvSpPr>
          <p:cNvPr id="14" name="Rounded Rectangle 13"/>
          <p:cNvSpPr/>
          <p:nvPr/>
        </p:nvSpPr>
        <p:spPr>
          <a:xfrm>
            <a:off x="5490057" y="1828800"/>
            <a:ext cx="1561795" cy="1965960"/>
          </a:xfrm>
          <a:prstGeom prst="roundRect">
            <a:avLst>
              <a:gd name="adj" fmla="val 9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5" name="Picture 14" descr="loupe.png"/>
          <p:cNvPicPr>
            <a:picLocks noChangeAspect="1"/>
          </p:cNvPicPr>
          <p:nvPr/>
        </p:nvPicPr>
        <p:blipFill>
          <a:blip r:embed="rId6"/>
          <a:stretch>
            <a:fillRect/>
          </a:stretch>
        </p:blipFill>
        <p:spPr>
          <a:xfrm>
            <a:off x="5709513" y="2029968"/>
            <a:ext cx="420624" cy="420624"/>
          </a:xfrm>
          <a:prstGeom prst="rect">
            <a:avLst/>
          </a:prstGeom>
        </p:spPr>
      </p:pic>
      <p:sp>
        <p:nvSpPr>
          <p:cNvPr id="16" name="TextBox 15"/>
          <p:cNvSpPr txBox="1"/>
          <p:nvPr/>
        </p:nvSpPr>
        <p:spPr>
          <a:xfrm>
            <a:off x="5709513" y="2606040"/>
            <a:ext cx="1122883" cy="1051560"/>
          </a:xfrm>
          <a:prstGeom prst="rect">
            <a:avLst/>
          </a:prstGeom>
          <a:noFill/>
        </p:spPr>
        <p:txBody>
          <a:bodyPr wrap="square" lIns="0" tIns="0" rIns="0" bIns="0" anchor="t">
            <a:spAutoFit/>
          </a:bodyPr>
          <a:lstStyle/>
          <a:p>
            <a:pPr marL="0" indent="0" algn="l">
              <a:lnSpc>
                <a:spcPct val="95000"/>
              </a:lnSpc>
              <a:spcAft>
                <a:spcPts val="500"/>
              </a:spcAft>
            </a:pPr>
            <a:r>
              <a:rPr sz="1300" b="1">
                <a:solidFill>
                  <a:srgbClr val="170A72"/>
                </a:solidFill>
                <a:latin typeface="Segoe UI Semibold"/>
              </a:rPr>
              <a:t>Evaluación</a:t>
            </a:r>
          </a:p>
          <a:p>
            <a:pPr marL="0" indent="0" algn="l">
              <a:lnSpc>
                <a:spcPct val="100000"/>
              </a:lnSpc>
            </a:pPr>
            <a:r>
              <a:rPr sz="900">
                <a:solidFill>
                  <a:srgbClr val="4C4C61"/>
                </a:solidFill>
                <a:latin typeface="Segoe UI"/>
              </a:rPr>
              <a:t>Un diseño híbrido efectividad–implementación</a:t>
            </a:r>
          </a:p>
        </p:txBody>
      </p:sp>
      <p:sp>
        <p:nvSpPr>
          <p:cNvPr id="17" name="Rounded Rectangle 16"/>
          <p:cNvSpPr/>
          <p:nvPr/>
        </p:nvSpPr>
        <p:spPr>
          <a:xfrm>
            <a:off x="7189012" y="1828800"/>
            <a:ext cx="1561795" cy="1965960"/>
          </a:xfrm>
          <a:prstGeom prst="roundRect">
            <a:avLst>
              <a:gd name="adj" fmla="val 9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8" name="Picture 17" descr="question_bulle.png"/>
          <p:cNvPicPr>
            <a:picLocks noChangeAspect="1"/>
          </p:cNvPicPr>
          <p:nvPr/>
        </p:nvPicPr>
        <p:blipFill>
          <a:blip r:embed="rId7"/>
          <a:stretch>
            <a:fillRect/>
          </a:stretch>
        </p:blipFill>
        <p:spPr>
          <a:xfrm>
            <a:off x="7408468" y="2029968"/>
            <a:ext cx="420624" cy="420624"/>
          </a:xfrm>
          <a:prstGeom prst="rect">
            <a:avLst/>
          </a:prstGeom>
        </p:spPr>
      </p:pic>
      <p:sp>
        <p:nvSpPr>
          <p:cNvPr id="19" name="TextBox 18"/>
          <p:cNvSpPr txBox="1"/>
          <p:nvPr/>
        </p:nvSpPr>
        <p:spPr>
          <a:xfrm>
            <a:off x="7408468" y="2606040"/>
            <a:ext cx="1122883" cy="1051560"/>
          </a:xfrm>
          <a:prstGeom prst="rect">
            <a:avLst/>
          </a:prstGeom>
          <a:noFill/>
        </p:spPr>
        <p:txBody>
          <a:bodyPr wrap="square" lIns="0" tIns="0" rIns="0" bIns="0" anchor="t">
            <a:spAutoFit/>
          </a:bodyPr>
          <a:lstStyle/>
          <a:p>
            <a:pPr marL="0" indent="0" algn="l">
              <a:lnSpc>
                <a:spcPct val="95000"/>
              </a:lnSpc>
              <a:spcAft>
                <a:spcPts val="500"/>
              </a:spcAft>
            </a:pPr>
            <a:r>
              <a:rPr sz="1300" b="1">
                <a:solidFill>
                  <a:srgbClr val="170A72"/>
                </a:solidFill>
                <a:latin typeface="Segoe UI Semibold"/>
              </a:rPr>
              <a:t>Discusión</a:t>
            </a:r>
          </a:p>
          <a:p>
            <a:pPr marL="0" indent="0" algn="l">
              <a:lnSpc>
                <a:spcPct val="100000"/>
              </a:lnSpc>
            </a:pPr>
            <a:r>
              <a:rPr sz="900">
                <a:solidFill>
                  <a:srgbClr val="4C4C61"/>
                </a:solidFill>
                <a:latin typeface="Segoe UI"/>
              </a:rPr>
              <a:t>Ruralidad y equidad territorial</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3"/>
          </p:nvPr>
        </p:nvSpPr>
        <p:spPr/>
        <p:txBody>
          <a:bodyPr wrap="square"/>
          <a:lstStyle/>
          <a:p>
            <a:pPr marL="0" indent="0"/>
            <a:r>
              <a:rPr sz="2400" b="1">
                <a:solidFill>
                  <a:srgbClr val="FFFFFF"/>
                </a:solidFill>
                <a:latin typeface="Segoe UI Semibold"/>
              </a:rPr>
              <a:t>El giro de las OGAT de 2024</a:t>
            </a:r>
          </a:p>
        </p:txBody>
      </p:sp>
      <p:sp>
        <p:nvSpPr>
          <p:cNvPr id="4" name="Text Placeholder 3"/>
          <p:cNvSpPr>
            <a:spLocks noGrp="1"/>
          </p:cNvSpPr>
          <p:nvPr>
            <p:ph type="body" sz="quarter" idx="14"/>
          </p:nvPr>
        </p:nvSpPr>
        <p:spPr/>
        <p:txBody>
          <a:bodyPr wrap="square">
            <a:normAutofit fontScale="77500" lnSpcReduction="20000"/>
          </a:bodyPr>
          <a:lstStyle/>
          <a:p>
            <a:pPr marL="0" indent="0"/>
            <a:r>
              <a:rPr sz="800">
                <a:solidFill>
                  <a:srgbClr val="4C4C61"/>
                </a:solidFill>
                <a:latin typeface="Segoe UI"/>
              </a:rPr>
              <a:t>C.A.R.T.O.S.  ·  CALASS 2026</a:t>
            </a:r>
          </a:p>
        </p:txBody>
      </p:sp>
      <p:sp>
        <p:nvSpPr>
          <p:cNvPr id="13" name="Espace réservé du numéro de diapositive 5">
            <a:extLst>
              <a:ext uri="{FF2B5EF4-FFF2-40B4-BE49-F238E27FC236}">
                <a16:creationId xmlns:a16="http://schemas.microsoft.com/office/drawing/2014/main" id="{B5A4DF54-1696-4D83-DEDD-F8DE736AE245}"/>
              </a:ext>
            </a:extLst>
          </p:cNvPr>
          <p:cNvSpPr>
            <a:spLocks noGrp="1"/>
          </p:cNvSpPr>
          <p:nvPr>
            <p:ph type="sldNum" sz="quarter" idx="4"/>
          </p:nvPr>
        </p:nvSpPr>
        <p:spPr>
          <a:xfrm>
            <a:off x="6656884" y="4747021"/>
            <a:ext cx="2057400" cy="274637"/>
          </a:xfrm>
          <a:prstGeom prst="rect">
            <a:avLst/>
          </a:prstGeom>
        </p:spPr>
        <p:txBody>
          <a:bodyPr vert="horz" lIns="91440" tIns="45720" rIns="91440" bIns="45720" rtlCol="0" anchor="ctr"/>
          <a:lstStyle>
            <a:lvl1pPr algn="r">
              <a:defRPr sz="1200">
                <a:solidFill>
                  <a:schemeClr val="tx1"/>
                </a:solidFill>
              </a:defRPr>
            </a:lvl1pPr>
          </a:lstStyle>
          <a:p>
            <a:fld id="{A7D211A3-7575-492B-8E98-5F9B497A4866}" type="slidenum">
              <a:rPr lang="fr-CA" smtClean="0"/>
              <a:pPr/>
              <a:t>3</a:t>
            </a:fld>
            <a:endParaRPr lang="fr-CA" dirty="0"/>
          </a:p>
        </p:txBody>
      </p:sp>
      <p:sp>
        <p:nvSpPr>
          <p:cNvPr id="14" name="TextBox 13"/>
          <p:cNvSpPr txBox="1"/>
          <p:nvPr/>
        </p:nvSpPr>
        <p:spPr>
          <a:xfrm>
            <a:off x="630936" y="1371600"/>
            <a:ext cx="4434840" cy="3017520"/>
          </a:xfrm>
          <a:prstGeom prst="rect">
            <a:avLst/>
          </a:prstGeom>
          <a:noFill/>
        </p:spPr>
        <p:txBody>
          <a:bodyPr wrap="square" lIns="0" tIns="0" rIns="0" bIns="0" anchor="t">
            <a:spAutoFit/>
          </a:bodyPr>
          <a:lstStyle/>
          <a:p>
            <a:pPr marL="0" indent="0" algn="l">
              <a:lnSpc>
                <a:spcPct val="110000"/>
              </a:lnSpc>
              <a:spcAft>
                <a:spcPts val="1100"/>
              </a:spcAft>
            </a:pPr>
            <a:r>
              <a:rPr sz="1200">
                <a:solidFill>
                  <a:srgbClr val="4C4C61"/>
                </a:solidFill>
                <a:latin typeface="Segoe UI"/>
              </a:rPr>
              <a:t>Las nuevas orientaciones gubernamentales de ordenamiento territorial (OGAT) obligan a cada municipalidad regional de condado (MRC) a integrar la salud, la equidad y la adaptación climática en su esquema de ordenamiento y desarrollo (SAD).</a:t>
            </a:r>
          </a:p>
          <a:p>
            <a:pPr marL="0" indent="0" algn="l">
              <a:lnSpc>
                <a:spcPct val="110000"/>
              </a:lnSpc>
              <a:spcAft>
                <a:spcPts val="1100"/>
              </a:spcAft>
            </a:pPr>
            <a:r>
              <a:rPr sz="1200">
                <a:solidFill>
                  <a:srgbClr val="4C4C61"/>
                </a:solidFill>
                <a:latin typeface="Segoe UI"/>
              </a:rPr>
              <a:t>Por primera vez, la prevención no entra en los entornos de vida a través de un programa de salud, sino de un instrumento de planificación vinculante, revisado cada quince años aproximadamente.</a:t>
            </a:r>
          </a:p>
          <a:p>
            <a:pPr marL="0" indent="0" algn="l">
              <a:lnSpc>
                <a:spcPct val="110000"/>
              </a:lnSpc>
            </a:pPr>
            <a:r>
              <a:rPr sz="1200" b="1">
                <a:solidFill>
                  <a:srgbClr val="170A72"/>
                </a:solidFill>
                <a:latin typeface="Segoe UI"/>
              </a:rPr>
              <a:t>La dimensión climática del giro ya cuenta con instrumentos propios. La dimensión sanitaria sigue siendo, en gran medida, un punto ciego de la aplicación.</a:t>
            </a:r>
          </a:p>
        </p:txBody>
      </p:sp>
      <p:sp>
        <p:nvSpPr>
          <p:cNvPr id="15" name="Rounded Rectangle 14"/>
          <p:cNvSpPr/>
          <p:nvPr/>
        </p:nvSpPr>
        <p:spPr>
          <a:xfrm>
            <a:off x="5349240" y="1371600"/>
            <a:ext cx="3163824" cy="914400"/>
          </a:xfrm>
          <a:prstGeom prst="roundRect">
            <a:avLst>
              <a:gd name="adj" fmla="val 8000"/>
            </a:avLst>
          </a:prstGeom>
          <a:solidFill>
            <a:srgbClr val="E8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6" name="Picture 15" descr="etablissement.png"/>
          <p:cNvPicPr>
            <a:picLocks noChangeAspect="1"/>
          </p:cNvPicPr>
          <p:nvPr/>
        </p:nvPicPr>
        <p:blipFill>
          <a:blip r:embed="rId3"/>
          <a:stretch>
            <a:fillRect/>
          </a:stretch>
        </p:blipFill>
        <p:spPr>
          <a:xfrm>
            <a:off x="5596128" y="1627632"/>
            <a:ext cx="402336" cy="402336"/>
          </a:xfrm>
          <a:prstGeom prst="rect">
            <a:avLst/>
          </a:prstGeom>
        </p:spPr>
      </p:pic>
      <p:sp>
        <p:nvSpPr>
          <p:cNvPr id="17" name="TextBox 16"/>
          <p:cNvSpPr txBox="1"/>
          <p:nvPr/>
        </p:nvSpPr>
        <p:spPr>
          <a:xfrm>
            <a:off x="6217920" y="1554480"/>
            <a:ext cx="2148840" cy="640080"/>
          </a:xfrm>
          <a:prstGeom prst="rect">
            <a:avLst/>
          </a:prstGeom>
          <a:noFill/>
        </p:spPr>
        <p:txBody>
          <a:bodyPr wrap="square" lIns="0" tIns="0" rIns="0" bIns="0" anchor="t">
            <a:spAutoFit/>
          </a:bodyPr>
          <a:lstStyle/>
          <a:p>
            <a:pPr marL="0" indent="0" algn="l">
              <a:lnSpc>
                <a:spcPct val="95000"/>
              </a:lnSpc>
              <a:spcAft>
                <a:spcPts val="200"/>
              </a:spcAft>
            </a:pPr>
            <a:r>
              <a:rPr sz="1900" b="1">
                <a:solidFill>
                  <a:srgbClr val="170A72"/>
                </a:solidFill>
                <a:latin typeface="Segoe UI Semibold"/>
              </a:rPr>
              <a:t>87</a:t>
            </a:r>
          </a:p>
          <a:p>
            <a:pPr marL="0" indent="0" algn="l">
              <a:lnSpc>
                <a:spcPct val="100000"/>
              </a:lnSpc>
            </a:pPr>
            <a:r>
              <a:rPr sz="950">
                <a:solidFill>
                  <a:srgbClr val="4C4C61"/>
                </a:solidFill>
                <a:latin typeface="Segoe UI"/>
              </a:rPr>
              <a:t>MRC afectadas en Quebec</a:t>
            </a:r>
          </a:p>
        </p:txBody>
      </p:sp>
      <p:sp>
        <p:nvSpPr>
          <p:cNvPr id="18" name="Rounded Rectangle 17"/>
          <p:cNvSpPr/>
          <p:nvPr/>
        </p:nvSpPr>
        <p:spPr>
          <a:xfrm>
            <a:off x="5349240" y="2432304"/>
            <a:ext cx="3163824" cy="914400"/>
          </a:xfrm>
          <a:prstGeom prst="roundRect">
            <a:avLst>
              <a:gd name="adj" fmla="val 8000"/>
            </a:avLst>
          </a:prstGeom>
          <a:solidFill>
            <a:srgbClr val="E8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9" name="Picture 18" descr="calendrier.png"/>
          <p:cNvPicPr>
            <a:picLocks noChangeAspect="1"/>
          </p:cNvPicPr>
          <p:nvPr/>
        </p:nvPicPr>
        <p:blipFill>
          <a:blip r:embed="rId4"/>
          <a:stretch>
            <a:fillRect/>
          </a:stretch>
        </p:blipFill>
        <p:spPr>
          <a:xfrm>
            <a:off x="5596128" y="2688336"/>
            <a:ext cx="402336" cy="402336"/>
          </a:xfrm>
          <a:prstGeom prst="rect">
            <a:avLst/>
          </a:prstGeom>
        </p:spPr>
      </p:pic>
      <p:sp>
        <p:nvSpPr>
          <p:cNvPr id="20" name="TextBox 19"/>
          <p:cNvSpPr txBox="1"/>
          <p:nvPr/>
        </p:nvSpPr>
        <p:spPr>
          <a:xfrm>
            <a:off x="6217920" y="2615184"/>
            <a:ext cx="2148840" cy="640080"/>
          </a:xfrm>
          <a:prstGeom prst="rect">
            <a:avLst/>
          </a:prstGeom>
          <a:noFill/>
        </p:spPr>
        <p:txBody>
          <a:bodyPr wrap="square" lIns="0" tIns="0" rIns="0" bIns="0" anchor="t">
            <a:spAutoFit/>
          </a:bodyPr>
          <a:lstStyle/>
          <a:p>
            <a:pPr marL="0" indent="0" algn="l">
              <a:lnSpc>
                <a:spcPct val="95000"/>
              </a:lnSpc>
              <a:spcAft>
                <a:spcPts val="200"/>
              </a:spcAft>
            </a:pPr>
            <a:r>
              <a:rPr sz="1900" b="1">
                <a:solidFill>
                  <a:srgbClr val="170A72"/>
                </a:solidFill>
                <a:latin typeface="Segoe UI Semibold"/>
              </a:rPr>
              <a:t>Marzo 2027</a:t>
            </a:r>
          </a:p>
          <a:p>
            <a:pPr marL="0" indent="0" algn="l">
              <a:lnSpc>
                <a:spcPct val="100000"/>
              </a:lnSpc>
            </a:pPr>
            <a:r>
              <a:rPr sz="950">
                <a:solidFill>
                  <a:srgbClr val="4C4C61"/>
                </a:solidFill>
                <a:latin typeface="Segoe UI"/>
              </a:rPr>
              <a:t>plazo para adoptar los SAD conformes</a:t>
            </a:r>
          </a:p>
        </p:txBody>
      </p:sp>
      <p:sp>
        <p:nvSpPr>
          <p:cNvPr id="21" name="Rounded Rectangle 20"/>
          <p:cNvSpPr/>
          <p:nvPr/>
        </p:nvSpPr>
        <p:spPr>
          <a:xfrm>
            <a:off x="5349240" y="3493008"/>
            <a:ext cx="3163824" cy="914400"/>
          </a:xfrm>
          <a:prstGeom prst="roundRect">
            <a:avLst>
              <a:gd name="adj" fmla="val 8000"/>
            </a:avLst>
          </a:prstGeom>
          <a:solidFill>
            <a:srgbClr val="E8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2" name="Picture 21" descr="engrenage.png"/>
          <p:cNvPicPr>
            <a:picLocks noChangeAspect="1"/>
          </p:cNvPicPr>
          <p:nvPr/>
        </p:nvPicPr>
        <p:blipFill>
          <a:blip r:embed="rId5"/>
          <a:stretch>
            <a:fillRect/>
          </a:stretch>
        </p:blipFill>
        <p:spPr>
          <a:xfrm>
            <a:off x="5596128" y="3749039"/>
            <a:ext cx="402336" cy="402336"/>
          </a:xfrm>
          <a:prstGeom prst="rect">
            <a:avLst/>
          </a:prstGeom>
        </p:spPr>
      </p:pic>
      <p:sp>
        <p:nvSpPr>
          <p:cNvPr id="23" name="TextBox 22"/>
          <p:cNvSpPr txBox="1"/>
          <p:nvPr/>
        </p:nvSpPr>
        <p:spPr>
          <a:xfrm>
            <a:off x="6217920" y="3675887"/>
            <a:ext cx="2148840" cy="640080"/>
          </a:xfrm>
          <a:prstGeom prst="rect">
            <a:avLst/>
          </a:prstGeom>
          <a:noFill/>
        </p:spPr>
        <p:txBody>
          <a:bodyPr wrap="square" lIns="0" tIns="0" rIns="0" bIns="0" anchor="t">
            <a:spAutoFit/>
          </a:bodyPr>
          <a:lstStyle/>
          <a:p>
            <a:pPr marL="0" indent="0" algn="l">
              <a:lnSpc>
                <a:spcPct val="95000"/>
              </a:lnSpc>
              <a:spcAft>
                <a:spcPts val="200"/>
              </a:spcAft>
            </a:pPr>
            <a:r>
              <a:rPr sz="1900" b="1">
                <a:solidFill>
                  <a:srgbClr val="170A72"/>
                </a:solidFill>
                <a:latin typeface="Segoe UI Semibold"/>
              </a:rPr>
              <a:t>6 + 5</a:t>
            </a:r>
          </a:p>
          <a:p>
            <a:pPr marL="0" indent="0" algn="l">
              <a:lnSpc>
                <a:spcPct val="100000"/>
              </a:lnSpc>
            </a:pPr>
            <a:r>
              <a:rPr sz="950">
                <a:solidFill>
                  <a:srgbClr val="4C4C61"/>
                </a:solidFill>
                <a:latin typeface="Segoe UI"/>
              </a:rPr>
              <a:t>entornos y principios (INSPQ)</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3"/>
          </p:nvPr>
        </p:nvSpPr>
        <p:spPr/>
        <p:txBody>
          <a:bodyPr wrap="square"/>
          <a:lstStyle/>
          <a:p>
            <a:pPr marL="0" indent="0"/>
            <a:r>
              <a:rPr sz="2400" b="1">
                <a:solidFill>
                  <a:srgbClr val="FFFFFF"/>
                </a:solidFill>
                <a:latin typeface="Segoe UI Semibold"/>
              </a:rPr>
              <a:t>El problema: un mandato sin herramienta</a:t>
            </a:r>
          </a:p>
        </p:txBody>
      </p:sp>
      <p:sp>
        <p:nvSpPr>
          <p:cNvPr id="4" name="Text Placeholder 3"/>
          <p:cNvSpPr>
            <a:spLocks noGrp="1"/>
          </p:cNvSpPr>
          <p:nvPr>
            <p:ph type="body" sz="quarter" idx="14"/>
          </p:nvPr>
        </p:nvSpPr>
        <p:spPr/>
        <p:txBody>
          <a:bodyPr wrap="square">
            <a:normAutofit fontScale="77500" lnSpcReduction="20000"/>
          </a:bodyPr>
          <a:lstStyle/>
          <a:p>
            <a:pPr marL="0" indent="0"/>
            <a:r>
              <a:rPr sz="800">
                <a:solidFill>
                  <a:srgbClr val="4C4C61"/>
                </a:solidFill>
                <a:latin typeface="Segoe UI"/>
              </a:rPr>
              <a:t>C.A.R.T.O.S.  ·  CALASS 2026</a:t>
            </a:r>
          </a:p>
        </p:txBody>
      </p:sp>
      <p:sp>
        <p:nvSpPr>
          <p:cNvPr id="13" name="Espace réservé du numéro de diapositive 5">
            <a:extLst>
              <a:ext uri="{FF2B5EF4-FFF2-40B4-BE49-F238E27FC236}">
                <a16:creationId xmlns:a16="http://schemas.microsoft.com/office/drawing/2014/main" id="{B5A4DF54-1696-4D83-DEDD-F8DE736AE245}"/>
              </a:ext>
            </a:extLst>
          </p:cNvPr>
          <p:cNvSpPr>
            <a:spLocks noGrp="1"/>
          </p:cNvSpPr>
          <p:nvPr>
            <p:ph type="sldNum" sz="quarter" idx="4"/>
          </p:nvPr>
        </p:nvSpPr>
        <p:spPr>
          <a:xfrm>
            <a:off x="6656884" y="4747021"/>
            <a:ext cx="2057400" cy="274637"/>
          </a:xfrm>
          <a:prstGeom prst="rect">
            <a:avLst/>
          </a:prstGeom>
        </p:spPr>
        <p:txBody>
          <a:bodyPr vert="horz" lIns="91440" tIns="45720" rIns="91440" bIns="45720" rtlCol="0" anchor="ctr"/>
          <a:lstStyle>
            <a:lvl1pPr algn="r">
              <a:defRPr sz="1200">
                <a:solidFill>
                  <a:schemeClr val="tx1"/>
                </a:solidFill>
              </a:defRPr>
            </a:lvl1pPr>
          </a:lstStyle>
          <a:p>
            <a:fld id="{A7D211A3-7575-492B-8E98-5F9B497A4866}" type="slidenum">
              <a:rPr lang="fr-CA" smtClean="0"/>
              <a:pPr/>
              <a:t>4</a:t>
            </a:fld>
            <a:endParaRPr lang="fr-CA" dirty="0"/>
          </a:p>
        </p:txBody>
      </p:sp>
      <p:sp>
        <p:nvSpPr>
          <p:cNvPr id="14" name="Rounded Rectangle 13"/>
          <p:cNvSpPr/>
          <p:nvPr/>
        </p:nvSpPr>
        <p:spPr>
          <a:xfrm>
            <a:off x="630936" y="1325880"/>
            <a:ext cx="2468879" cy="2606040"/>
          </a:xfrm>
          <a:prstGeom prst="roundRect">
            <a:avLst>
              <a:gd name="adj" fmla="val 8000"/>
            </a:avLst>
          </a:prstGeom>
          <a:solidFill>
            <a:srgbClr val="E8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5" name="Picture 14" descr="delais.png"/>
          <p:cNvPicPr>
            <a:picLocks noChangeAspect="1"/>
          </p:cNvPicPr>
          <p:nvPr/>
        </p:nvPicPr>
        <p:blipFill>
          <a:blip r:embed="rId3"/>
          <a:stretch>
            <a:fillRect/>
          </a:stretch>
        </p:blipFill>
        <p:spPr>
          <a:xfrm>
            <a:off x="868680" y="1536192"/>
            <a:ext cx="420624" cy="420624"/>
          </a:xfrm>
          <a:prstGeom prst="rect">
            <a:avLst/>
          </a:prstGeom>
        </p:spPr>
      </p:pic>
      <p:sp>
        <p:nvSpPr>
          <p:cNvPr id="16" name="TextBox 15"/>
          <p:cNvSpPr txBox="1"/>
          <p:nvPr/>
        </p:nvSpPr>
        <p:spPr>
          <a:xfrm>
            <a:off x="868680" y="2103120"/>
            <a:ext cx="1993391" cy="1691640"/>
          </a:xfrm>
          <a:prstGeom prst="rect">
            <a:avLst/>
          </a:prstGeom>
          <a:noFill/>
        </p:spPr>
        <p:txBody>
          <a:bodyPr wrap="square" lIns="0" tIns="0" rIns="0" bIns="0" anchor="t">
            <a:spAutoFit/>
          </a:bodyPr>
          <a:lstStyle/>
          <a:p>
            <a:pPr marL="0" indent="0" algn="l">
              <a:lnSpc>
                <a:spcPct val="95000"/>
              </a:lnSpc>
              <a:spcAft>
                <a:spcPts val="700"/>
              </a:spcAft>
            </a:pPr>
            <a:r>
              <a:rPr sz="1250" b="1">
                <a:solidFill>
                  <a:srgbClr val="170A72"/>
                </a:solidFill>
                <a:latin typeface="Segoe UI Semibold"/>
              </a:rPr>
              <a:t>La EIS no escala</a:t>
            </a:r>
          </a:p>
          <a:p>
            <a:pPr marL="0" indent="0" algn="l">
              <a:lnSpc>
                <a:spcPct val="105000"/>
              </a:lnSpc>
            </a:pPr>
            <a:r>
              <a:rPr sz="950">
                <a:solidFill>
                  <a:srgbClr val="4C4C61"/>
                </a:solidFill>
                <a:latin typeface="Segoe UI"/>
              </a:rPr>
              <a:t>La evaluación de impacto en salud es una referencia reconocida, pero su forma completa — comité, meses de trabajo, producción textual — resulta inaplicable a un esquema de ordenamiento.</a:t>
            </a:r>
          </a:p>
        </p:txBody>
      </p:sp>
      <p:sp>
        <p:nvSpPr>
          <p:cNvPr id="17" name="Rounded Rectangle 16"/>
          <p:cNvSpPr/>
          <p:nvPr/>
        </p:nvSpPr>
        <p:spPr>
          <a:xfrm>
            <a:off x="3337560" y="1325880"/>
            <a:ext cx="2468879" cy="2606040"/>
          </a:xfrm>
          <a:prstGeom prst="roundRect">
            <a:avLst>
              <a:gd name="adj" fmla="val 8000"/>
            </a:avLst>
          </a:prstGeom>
          <a:solidFill>
            <a:srgbClr val="E8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8" name="Picture 17" descr="rayon_distance.png"/>
          <p:cNvPicPr>
            <a:picLocks noChangeAspect="1"/>
          </p:cNvPicPr>
          <p:nvPr/>
        </p:nvPicPr>
        <p:blipFill>
          <a:blip r:embed="rId4"/>
          <a:stretch>
            <a:fillRect/>
          </a:stretch>
        </p:blipFill>
        <p:spPr>
          <a:xfrm>
            <a:off x="3575304" y="1536192"/>
            <a:ext cx="420624" cy="420624"/>
          </a:xfrm>
          <a:prstGeom prst="rect">
            <a:avLst/>
          </a:prstGeom>
        </p:spPr>
      </p:pic>
      <p:sp>
        <p:nvSpPr>
          <p:cNvPr id="19" name="TextBox 18"/>
          <p:cNvSpPr txBox="1"/>
          <p:nvPr/>
        </p:nvSpPr>
        <p:spPr>
          <a:xfrm>
            <a:off x="3575304" y="2103120"/>
            <a:ext cx="1993391" cy="1691640"/>
          </a:xfrm>
          <a:prstGeom prst="rect">
            <a:avLst/>
          </a:prstGeom>
          <a:noFill/>
        </p:spPr>
        <p:txBody>
          <a:bodyPr wrap="square" lIns="0" tIns="0" rIns="0" bIns="0" anchor="t">
            <a:spAutoFit/>
          </a:bodyPr>
          <a:lstStyle/>
          <a:p>
            <a:pPr marL="0" indent="0" algn="l">
              <a:lnSpc>
                <a:spcPct val="95000"/>
              </a:lnSpc>
              <a:spcAft>
                <a:spcPts val="700"/>
              </a:spcAft>
            </a:pPr>
            <a:r>
              <a:rPr sz="1250" b="1">
                <a:solidFill>
                  <a:srgbClr val="170A72"/>
                </a:solidFill>
                <a:latin typeface="Segoe UI Semibold"/>
              </a:rPr>
              <a:t>Una brecha de experticia</a:t>
            </a:r>
          </a:p>
          <a:p>
            <a:pPr marL="0" indent="0" algn="l">
              <a:lnSpc>
                <a:spcPct val="105000"/>
              </a:lnSpc>
            </a:pPr>
            <a:r>
              <a:rPr sz="950">
                <a:solidFill>
                  <a:srgbClr val="4C4C61"/>
                </a:solidFill>
                <a:latin typeface="Segoe UI"/>
              </a:rPr>
              <a:t>En una MRC rural o alejada, el ordenamiento recae a menudo en dos o tres profesionales, sin especialista en geomática ni acceso directo a la experticia en salud pública.</a:t>
            </a:r>
          </a:p>
        </p:txBody>
      </p:sp>
      <p:sp>
        <p:nvSpPr>
          <p:cNvPr id="20" name="Rounded Rectangle 19"/>
          <p:cNvSpPr/>
          <p:nvPr/>
        </p:nvSpPr>
        <p:spPr>
          <a:xfrm>
            <a:off x="6044183" y="1325880"/>
            <a:ext cx="2468879" cy="2606040"/>
          </a:xfrm>
          <a:prstGeom prst="roundRect">
            <a:avLst>
              <a:gd name="adj" fmla="val 8000"/>
            </a:avLst>
          </a:prstGeom>
          <a:solidFill>
            <a:srgbClr val="E8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1" name="Picture 20" descr="services_sociaux.png"/>
          <p:cNvPicPr>
            <a:picLocks noChangeAspect="1"/>
          </p:cNvPicPr>
          <p:nvPr/>
        </p:nvPicPr>
        <p:blipFill>
          <a:blip r:embed="rId5"/>
          <a:stretch>
            <a:fillRect/>
          </a:stretch>
        </p:blipFill>
        <p:spPr>
          <a:xfrm>
            <a:off x="6281927" y="1536192"/>
            <a:ext cx="420624" cy="420624"/>
          </a:xfrm>
          <a:prstGeom prst="rect">
            <a:avLst/>
          </a:prstGeom>
        </p:spPr>
      </p:pic>
      <p:sp>
        <p:nvSpPr>
          <p:cNvPr id="22" name="TextBox 21"/>
          <p:cNvSpPr txBox="1"/>
          <p:nvPr/>
        </p:nvSpPr>
        <p:spPr>
          <a:xfrm>
            <a:off x="6281927" y="2103120"/>
            <a:ext cx="1993391" cy="1691640"/>
          </a:xfrm>
          <a:prstGeom prst="rect">
            <a:avLst/>
          </a:prstGeom>
          <a:noFill/>
        </p:spPr>
        <p:txBody>
          <a:bodyPr wrap="square" lIns="0" tIns="0" rIns="0" bIns="0" anchor="t">
            <a:spAutoFit/>
          </a:bodyPr>
          <a:lstStyle/>
          <a:p>
            <a:pPr marL="0" indent="0" algn="l">
              <a:lnSpc>
                <a:spcPct val="95000"/>
              </a:lnSpc>
              <a:spcAft>
                <a:spcPts val="700"/>
              </a:spcAft>
            </a:pPr>
            <a:r>
              <a:rPr sz="1250" b="1">
                <a:solidFill>
                  <a:srgbClr val="170A72"/>
                </a:solidFill>
                <a:latin typeface="Segoe UI Semibold"/>
              </a:rPr>
              <a:t>Desigualdades territoriales</a:t>
            </a:r>
          </a:p>
          <a:p>
            <a:pPr marL="0" indent="0" algn="l">
              <a:lnSpc>
                <a:spcPct val="105000"/>
              </a:lnSpc>
            </a:pPr>
            <a:r>
              <a:rPr sz="950">
                <a:solidFill>
                  <a:srgbClr val="4C4C61"/>
                </a:solidFill>
                <a:latin typeface="Segoe UI"/>
              </a:rPr>
              <a:t>Las mayores brechas de salud se observan entre las regiones metropolitanas y las alejadas — precisamente donde menos se movilizan los datos espaciales en la planificación.</a:t>
            </a:r>
          </a:p>
        </p:txBody>
      </p:sp>
      <p:sp>
        <p:nvSpPr>
          <p:cNvPr id="23" name="TextBox 22"/>
          <p:cNvSpPr txBox="1"/>
          <p:nvPr/>
        </p:nvSpPr>
        <p:spPr>
          <a:xfrm>
            <a:off x="630936" y="4114800"/>
            <a:ext cx="7882127" cy="457200"/>
          </a:xfrm>
          <a:prstGeom prst="rect">
            <a:avLst/>
          </a:prstGeom>
          <a:noFill/>
        </p:spPr>
        <p:txBody>
          <a:bodyPr wrap="square" lIns="0" tIns="0" rIns="0" bIns="0" anchor="t">
            <a:spAutoFit/>
          </a:bodyPr>
          <a:lstStyle/>
          <a:p>
            <a:pPr marL="0" indent="0" algn="ctr">
              <a:lnSpc>
                <a:spcPct val="95000"/>
              </a:lnSpc>
            </a:pPr>
            <a:r>
              <a:rPr sz="1200" b="1" i="1">
                <a:solidFill>
                  <a:srgbClr val="170A72"/>
                </a:solidFill>
                <a:latin typeface="Segoe UI"/>
              </a:rPr>
              <a:t>El riesgo: una conformidad de papel, que deja intactas las desigualdades sociales en salud.</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wrap="square"/>
          <a:lstStyle/>
          <a:p>
            <a:pPr marL="0" indent="0"/>
            <a:r>
              <a:rPr sz="1300">
                <a:solidFill>
                  <a:srgbClr val="90F1E9"/>
                </a:solidFill>
                <a:latin typeface="Segoe UI Semibold"/>
              </a:rPr>
              <a:t>Parte 1</a:t>
            </a:r>
          </a:p>
        </p:txBody>
      </p:sp>
      <p:sp>
        <p:nvSpPr>
          <p:cNvPr id="3" name="Title 2"/>
          <p:cNvSpPr>
            <a:spLocks noGrp="1"/>
          </p:cNvSpPr>
          <p:nvPr>
            <p:ph type="title"/>
          </p:nvPr>
        </p:nvSpPr>
        <p:spPr/>
        <p:txBody>
          <a:bodyPr wrap="square"/>
          <a:lstStyle/>
          <a:p>
            <a:pPr marL="0" indent="0"/>
            <a:r>
              <a:rPr sz="2800" b="1">
                <a:solidFill>
                  <a:srgbClr val="FFFFFF"/>
                </a:solidFill>
                <a:latin typeface="Segoe UI Semibold"/>
              </a:rPr>
              <a:t>El enfoque C.A.R.T.O.S.</a:t>
            </a:r>
          </a:p>
        </p:txBody>
      </p:sp>
      <p:sp>
        <p:nvSpPr>
          <p:cNvPr id="4" name="Espace réservé du numéro de diapositive 2">
            <a:extLst>
              <a:ext uri="{FF2B5EF4-FFF2-40B4-BE49-F238E27FC236}">
                <a16:creationId xmlns:a16="http://schemas.microsoft.com/office/drawing/2014/main" id="{81DAA5C4-30CD-FDB4-2F89-A4ACAAB1494C}"/>
              </a:ext>
            </a:extLst>
          </p:cNvPr>
          <p:cNvSpPr>
            <a:spLocks noGrp="1"/>
          </p:cNvSpPr>
          <p:nvPr>
            <p:ph type="sldNum" sz="quarter" idx="4"/>
          </p:nvPr>
        </p:nvSpPr>
        <p:spPr>
          <a:xfrm>
            <a:off x="6656884" y="4767263"/>
            <a:ext cx="2057400" cy="274637"/>
          </a:xfrm>
          <a:prstGeom prst="rect">
            <a:avLst/>
          </a:prstGeom>
        </p:spPr>
        <p:txBody>
          <a:bodyPr vert="horz" lIns="91440" tIns="45720" rIns="91440" bIns="45720" rtlCol="0" anchor="ctr"/>
          <a:lstStyle>
            <a:lvl1pPr algn="r">
              <a:defRPr sz="1200">
                <a:solidFill>
                  <a:schemeClr val="tx1">
                    <a:tint val="82000"/>
                  </a:schemeClr>
                </a:solidFill>
              </a:defRPr>
            </a:lvl1pPr>
          </a:lstStyle>
          <a:p>
            <a:fld id="{55DDBC63-AA34-4C27-924A-AC3A8202F7BB}" type="slidenum">
              <a:rPr lang="fr-CA" smtClean="0"/>
              <a:t>5</a:t>
            </a:fld>
            <a:endParaRPr lang="fr-CA"/>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3"/>
          </p:nvPr>
        </p:nvSpPr>
        <p:spPr/>
        <p:txBody>
          <a:bodyPr wrap="square"/>
          <a:lstStyle/>
          <a:p>
            <a:pPr marL="0" indent="0"/>
            <a:r>
              <a:rPr sz="2400" b="1">
                <a:solidFill>
                  <a:srgbClr val="FFFFFF"/>
                </a:solidFill>
                <a:latin typeface="Segoe UI Semibold"/>
              </a:rPr>
              <a:t>C.A.R.T.O.S.: tres componentes</a:t>
            </a:r>
          </a:p>
        </p:txBody>
      </p:sp>
      <p:sp>
        <p:nvSpPr>
          <p:cNvPr id="4" name="Text Placeholder 3"/>
          <p:cNvSpPr>
            <a:spLocks noGrp="1"/>
          </p:cNvSpPr>
          <p:nvPr>
            <p:ph type="body" sz="quarter" idx="14"/>
          </p:nvPr>
        </p:nvSpPr>
        <p:spPr/>
        <p:txBody>
          <a:bodyPr wrap="square">
            <a:normAutofit fontScale="77500" lnSpcReduction="20000"/>
          </a:bodyPr>
          <a:lstStyle/>
          <a:p>
            <a:pPr marL="0" indent="0"/>
            <a:r>
              <a:rPr sz="800">
                <a:solidFill>
                  <a:srgbClr val="4C4C61"/>
                </a:solidFill>
                <a:latin typeface="Segoe UI"/>
              </a:rPr>
              <a:t>C.A.R.T.O.S.  ·  CALASS 2026</a:t>
            </a:r>
          </a:p>
        </p:txBody>
      </p:sp>
      <p:sp>
        <p:nvSpPr>
          <p:cNvPr id="13" name="Espace réservé du numéro de diapositive 5">
            <a:extLst>
              <a:ext uri="{FF2B5EF4-FFF2-40B4-BE49-F238E27FC236}">
                <a16:creationId xmlns:a16="http://schemas.microsoft.com/office/drawing/2014/main" id="{B5A4DF54-1696-4D83-DEDD-F8DE736AE245}"/>
              </a:ext>
            </a:extLst>
          </p:cNvPr>
          <p:cNvSpPr>
            <a:spLocks noGrp="1"/>
          </p:cNvSpPr>
          <p:nvPr>
            <p:ph type="sldNum" sz="quarter" idx="4"/>
          </p:nvPr>
        </p:nvSpPr>
        <p:spPr>
          <a:xfrm>
            <a:off x="6656884" y="4747021"/>
            <a:ext cx="2057400" cy="274637"/>
          </a:xfrm>
          <a:prstGeom prst="rect">
            <a:avLst/>
          </a:prstGeom>
        </p:spPr>
        <p:txBody>
          <a:bodyPr vert="horz" lIns="91440" tIns="45720" rIns="91440" bIns="45720" rtlCol="0" anchor="ctr"/>
          <a:lstStyle>
            <a:lvl1pPr algn="r">
              <a:defRPr sz="1200">
                <a:solidFill>
                  <a:schemeClr val="tx1"/>
                </a:solidFill>
              </a:defRPr>
            </a:lvl1pPr>
          </a:lstStyle>
          <a:p>
            <a:fld id="{A7D211A3-7575-492B-8E98-5F9B497A4866}" type="slidenum">
              <a:rPr lang="fr-CA" smtClean="0"/>
              <a:pPr/>
              <a:t>6</a:t>
            </a:fld>
            <a:endParaRPr lang="fr-CA" dirty="0"/>
          </a:p>
        </p:txBody>
      </p:sp>
      <p:sp>
        <p:nvSpPr>
          <p:cNvPr id="14" name="TextBox 13"/>
          <p:cNvSpPr txBox="1"/>
          <p:nvPr/>
        </p:nvSpPr>
        <p:spPr>
          <a:xfrm>
            <a:off x="630936" y="1298448"/>
            <a:ext cx="7882127" cy="274320"/>
          </a:xfrm>
          <a:prstGeom prst="rect">
            <a:avLst/>
          </a:prstGeom>
          <a:noFill/>
        </p:spPr>
        <p:txBody>
          <a:bodyPr wrap="square" lIns="0" tIns="0" rIns="0" bIns="0" anchor="t">
            <a:spAutoFit/>
          </a:bodyPr>
          <a:lstStyle/>
          <a:p>
            <a:pPr marL="0" indent="0" algn="l">
              <a:lnSpc>
                <a:spcPct val="95000"/>
              </a:lnSpc>
            </a:pPr>
            <a:r>
              <a:rPr sz="1050" i="1">
                <a:solidFill>
                  <a:srgbClr val="08A0A0"/>
                </a:solidFill>
                <a:latin typeface="Segoe UI"/>
              </a:rPr>
              <a:t>Cartografía para la Apropiación Rural y Territorial de las Orientaciones gubernamentales y de la Salud</a:t>
            </a:r>
          </a:p>
        </p:txBody>
      </p:sp>
      <p:sp>
        <p:nvSpPr>
          <p:cNvPr id="15" name="Rounded Rectangle 14"/>
          <p:cNvSpPr/>
          <p:nvPr/>
        </p:nvSpPr>
        <p:spPr>
          <a:xfrm>
            <a:off x="630936" y="1645920"/>
            <a:ext cx="2468879" cy="2331720"/>
          </a:xfrm>
          <a:prstGeom prst="roundRect">
            <a:avLst>
              <a:gd name="adj" fmla="val 8000"/>
            </a:avLst>
          </a:prstGeom>
          <a:solidFill>
            <a:srgbClr val="E8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6" name="Picture 15" descr="localisation.png"/>
          <p:cNvPicPr>
            <a:picLocks noChangeAspect="1"/>
          </p:cNvPicPr>
          <p:nvPr/>
        </p:nvPicPr>
        <p:blipFill>
          <a:blip r:embed="rId3"/>
          <a:stretch>
            <a:fillRect/>
          </a:stretch>
        </p:blipFill>
        <p:spPr>
          <a:xfrm>
            <a:off x="868680" y="1828800"/>
            <a:ext cx="420624" cy="420624"/>
          </a:xfrm>
          <a:prstGeom prst="rect">
            <a:avLst/>
          </a:prstGeom>
        </p:spPr>
      </p:pic>
      <p:sp>
        <p:nvSpPr>
          <p:cNvPr id="17" name="TextBox 16"/>
          <p:cNvSpPr txBox="1"/>
          <p:nvPr/>
        </p:nvSpPr>
        <p:spPr>
          <a:xfrm>
            <a:off x="868680" y="2377440"/>
            <a:ext cx="1993391" cy="1554480"/>
          </a:xfrm>
          <a:prstGeom prst="rect">
            <a:avLst/>
          </a:prstGeom>
          <a:noFill/>
        </p:spPr>
        <p:txBody>
          <a:bodyPr wrap="square" lIns="0" tIns="0" rIns="0" bIns="0" anchor="t">
            <a:spAutoFit/>
          </a:bodyPr>
          <a:lstStyle/>
          <a:p>
            <a:pPr marL="0" indent="0" algn="l">
              <a:lnSpc>
                <a:spcPct val="95000"/>
              </a:lnSpc>
              <a:spcAft>
                <a:spcPts val="700"/>
              </a:spcAft>
            </a:pPr>
            <a:r>
              <a:rPr sz="1250" b="1">
                <a:solidFill>
                  <a:srgbClr val="170A72"/>
                </a:solidFill>
                <a:latin typeface="Segoe UI Semibold"/>
              </a:rPr>
              <a:t>Tableros geoweb</a:t>
            </a:r>
          </a:p>
          <a:p>
            <a:pPr marL="0" indent="0" algn="l">
              <a:lnSpc>
                <a:spcPct val="105000"/>
              </a:lnSpc>
            </a:pPr>
            <a:r>
              <a:rPr sz="950">
                <a:solidFill>
                  <a:srgbClr val="4C4C61"/>
                </a:solidFill>
                <a:latin typeface="Segoe UI"/>
              </a:rPr>
              <a:t>Un archivo HTML autónomo por MRC, ejecutado en el navegador. Sin servidor, sin licencia de SIG, sin infraestructura que mantener.</a:t>
            </a:r>
          </a:p>
        </p:txBody>
      </p:sp>
      <p:sp>
        <p:nvSpPr>
          <p:cNvPr id="18" name="Rounded Rectangle 17"/>
          <p:cNvSpPr/>
          <p:nvPr/>
        </p:nvSpPr>
        <p:spPr>
          <a:xfrm>
            <a:off x="3337560" y="1645920"/>
            <a:ext cx="2468879" cy="2331720"/>
          </a:xfrm>
          <a:prstGeom prst="roundRect">
            <a:avLst>
              <a:gd name="adj" fmla="val 8000"/>
            </a:avLst>
          </a:prstGeom>
          <a:solidFill>
            <a:srgbClr val="E8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9" name="Picture 18" descr="conference.png"/>
          <p:cNvPicPr>
            <a:picLocks noChangeAspect="1"/>
          </p:cNvPicPr>
          <p:nvPr/>
        </p:nvPicPr>
        <p:blipFill>
          <a:blip r:embed="rId4"/>
          <a:stretch>
            <a:fillRect/>
          </a:stretch>
        </p:blipFill>
        <p:spPr>
          <a:xfrm>
            <a:off x="3575304" y="1828800"/>
            <a:ext cx="420624" cy="420624"/>
          </a:xfrm>
          <a:prstGeom prst="rect">
            <a:avLst/>
          </a:prstGeom>
        </p:spPr>
      </p:pic>
      <p:sp>
        <p:nvSpPr>
          <p:cNvPr id="20" name="TextBox 19"/>
          <p:cNvSpPr txBox="1"/>
          <p:nvPr/>
        </p:nvSpPr>
        <p:spPr>
          <a:xfrm>
            <a:off x="3575304" y="2377440"/>
            <a:ext cx="1993391" cy="1554480"/>
          </a:xfrm>
          <a:prstGeom prst="rect">
            <a:avLst/>
          </a:prstGeom>
          <a:noFill/>
        </p:spPr>
        <p:txBody>
          <a:bodyPr wrap="square" lIns="0" tIns="0" rIns="0" bIns="0" anchor="t">
            <a:spAutoFit/>
          </a:bodyPr>
          <a:lstStyle/>
          <a:p>
            <a:pPr marL="0" indent="0" algn="l">
              <a:lnSpc>
                <a:spcPct val="95000"/>
              </a:lnSpc>
              <a:spcAft>
                <a:spcPts val="700"/>
              </a:spcAft>
            </a:pPr>
            <a:r>
              <a:rPr sz="1250" b="1">
                <a:solidFill>
                  <a:srgbClr val="170A72"/>
                </a:solidFill>
                <a:latin typeface="Segoe UI Semibold"/>
              </a:rPr>
              <a:t>Talleres deliberativos</a:t>
            </a:r>
          </a:p>
          <a:p>
            <a:pPr marL="0" indent="0" algn="l">
              <a:lnSpc>
                <a:spcPct val="105000"/>
              </a:lnSpc>
            </a:pPr>
            <a:r>
              <a:rPr sz="950">
                <a:solidFill>
                  <a:srgbClr val="4C4C61"/>
                </a:solidFill>
                <a:latin typeface="Segoe UI"/>
              </a:rPr>
              <a:t>Dos talleres por MRC — ocho en total — que reúnen a planificadores territoriales y profesionales de salud pública en torno a los mismos mapas.</a:t>
            </a:r>
          </a:p>
        </p:txBody>
      </p:sp>
      <p:sp>
        <p:nvSpPr>
          <p:cNvPr id="21" name="Rounded Rectangle 20"/>
          <p:cNvSpPr/>
          <p:nvPr/>
        </p:nvSpPr>
        <p:spPr>
          <a:xfrm>
            <a:off x="6044183" y="1645920"/>
            <a:ext cx="2468879" cy="2331720"/>
          </a:xfrm>
          <a:prstGeom prst="roundRect">
            <a:avLst>
              <a:gd name="adj" fmla="val 8000"/>
            </a:avLst>
          </a:prstGeom>
          <a:solidFill>
            <a:srgbClr val="E8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2" name="Picture 21" descr="documents.png"/>
          <p:cNvPicPr>
            <a:picLocks noChangeAspect="1"/>
          </p:cNvPicPr>
          <p:nvPr/>
        </p:nvPicPr>
        <p:blipFill>
          <a:blip r:embed="rId5"/>
          <a:stretch>
            <a:fillRect/>
          </a:stretch>
        </p:blipFill>
        <p:spPr>
          <a:xfrm>
            <a:off x="6281927" y="1828800"/>
            <a:ext cx="420624" cy="420624"/>
          </a:xfrm>
          <a:prstGeom prst="rect">
            <a:avLst/>
          </a:prstGeom>
        </p:spPr>
      </p:pic>
      <p:sp>
        <p:nvSpPr>
          <p:cNvPr id="23" name="TextBox 22"/>
          <p:cNvSpPr txBox="1"/>
          <p:nvPr/>
        </p:nvSpPr>
        <p:spPr>
          <a:xfrm>
            <a:off x="6281927" y="2377440"/>
            <a:ext cx="1993391" cy="1554480"/>
          </a:xfrm>
          <a:prstGeom prst="rect">
            <a:avLst/>
          </a:prstGeom>
          <a:noFill/>
        </p:spPr>
        <p:txBody>
          <a:bodyPr wrap="square" lIns="0" tIns="0" rIns="0" bIns="0" anchor="t">
            <a:spAutoFit/>
          </a:bodyPr>
          <a:lstStyle/>
          <a:p>
            <a:pPr marL="0" indent="0" algn="l">
              <a:lnSpc>
                <a:spcPct val="95000"/>
              </a:lnSpc>
              <a:spcAft>
                <a:spcPts val="700"/>
              </a:spcAft>
            </a:pPr>
            <a:r>
              <a:rPr sz="1250" b="1">
                <a:solidFill>
                  <a:srgbClr val="170A72"/>
                </a:solidFill>
                <a:latin typeface="Segoe UI Semibold"/>
              </a:rPr>
              <a:t>Acompañamiento normativo</a:t>
            </a:r>
          </a:p>
          <a:p>
            <a:pPr marL="0" indent="0" algn="l">
              <a:lnSpc>
                <a:spcPct val="105000"/>
              </a:lnSpc>
            </a:pPr>
            <a:r>
              <a:rPr sz="950">
                <a:solidFill>
                  <a:srgbClr val="4C4C61"/>
                </a:solidFill>
                <a:latin typeface="Segoe UI"/>
              </a:rPr>
              <a:t>Traducir las vulnerabilidades cartografiadas en orientaciones, objetivos y cláusulas del esquema, y luego en los reglamentos urbanísticos de los municipios locales.</a:t>
            </a:r>
          </a:p>
        </p:txBody>
      </p:sp>
      <p:sp>
        <p:nvSpPr>
          <p:cNvPr id="24" name="TextBox 23"/>
          <p:cNvSpPr txBox="1"/>
          <p:nvPr/>
        </p:nvSpPr>
        <p:spPr>
          <a:xfrm>
            <a:off x="630936" y="4114800"/>
            <a:ext cx="7882127" cy="365760"/>
          </a:xfrm>
          <a:prstGeom prst="rect">
            <a:avLst/>
          </a:prstGeom>
          <a:noFill/>
        </p:spPr>
        <p:txBody>
          <a:bodyPr wrap="square" lIns="0" tIns="0" rIns="0" bIns="0" anchor="t">
            <a:spAutoFit/>
          </a:bodyPr>
          <a:lstStyle/>
          <a:p>
            <a:pPr marL="0" indent="0" algn="ctr">
              <a:lnSpc>
                <a:spcPct val="95000"/>
              </a:lnSpc>
            </a:pPr>
            <a:r>
              <a:rPr sz="1200" b="1" i="1">
                <a:solidFill>
                  <a:srgbClr val="170A72"/>
                </a:solidFill>
                <a:latin typeface="Segoe UI"/>
              </a:rPr>
              <a:t>Inspirarse en los principios de la EIS — sin reproducir su pesadez.</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3"/>
          </p:nvPr>
        </p:nvSpPr>
        <p:spPr/>
        <p:txBody>
          <a:bodyPr wrap="square"/>
          <a:lstStyle/>
          <a:p>
            <a:pPr marL="0" indent="0"/>
            <a:r>
              <a:rPr sz="2400" b="1">
                <a:solidFill>
                  <a:srgbClr val="FFFFFF"/>
                </a:solidFill>
                <a:latin typeface="Segoe UI Semibold"/>
              </a:rPr>
              <a:t>Seis entornos, cinco principios</a:t>
            </a:r>
          </a:p>
        </p:txBody>
      </p:sp>
      <p:sp>
        <p:nvSpPr>
          <p:cNvPr id="4" name="Text Placeholder 3"/>
          <p:cNvSpPr>
            <a:spLocks noGrp="1"/>
          </p:cNvSpPr>
          <p:nvPr>
            <p:ph type="body" sz="quarter" idx="14"/>
          </p:nvPr>
        </p:nvSpPr>
        <p:spPr/>
        <p:txBody>
          <a:bodyPr wrap="square">
            <a:normAutofit fontScale="77500" lnSpcReduction="20000"/>
          </a:bodyPr>
          <a:lstStyle/>
          <a:p>
            <a:pPr marL="0" indent="0"/>
            <a:r>
              <a:rPr sz="800">
                <a:solidFill>
                  <a:srgbClr val="4C4C61"/>
                </a:solidFill>
                <a:latin typeface="Segoe UI"/>
              </a:rPr>
              <a:t>C.A.R.T.O.S.  ·  CALASS 2026</a:t>
            </a:r>
          </a:p>
        </p:txBody>
      </p:sp>
      <p:sp>
        <p:nvSpPr>
          <p:cNvPr id="13" name="Espace réservé du numéro de diapositive 5">
            <a:extLst>
              <a:ext uri="{FF2B5EF4-FFF2-40B4-BE49-F238E27FC236}">
                <a16:creationId xmlns:a16="http://schemas.microsoft.com/office/drawing/2014/main" id="{B5A4DF54-1696-4D83-DEDD-F8DE736AE245}"/>
              </a:ext>
            </a:extLst>
          </p:cNvPr>
          <p:cNvSpPr>
            <a:spLocks noGrp="1"/>
          </p:cNvSpPr>
          <p:nvPr>
            <p:ph type="sldNum" sz="quarter" idx="4"/>
          </p:nvPr>
        </p:nvSpPr>
        <p:spPr>
          <a:xfrm>
            <a:off x="6656884" y="4747021"/>
            <a:ext cx="2057400" cy="274637"/>
          </a:xfrm>
          <a:prstGeom prst="rect">
            <a:avLst/>
          </a:prstGeom>
        </p:spPr>
        <p:txBody>
          <a:bodyPr vert="horz" lIns="91440" tIns="45720" rIns="91440" bIns="45720" rtlCol="0" anchor="ctr"/>
          <a:lstStyle>
            <a:lvl1pPr algn="r">
              <a:defRPr sz="1200">
                <a:solidFill>
                  <a:schemeClr val="tx1"/>
                </a:solidFill>
              </a:defRPr>
            </a:lvl1pPr>
          </a:lstStyle>
          <a:p>
            <a:fld id="{A7D211A3-7575-492B-8E98-5F9B497A4866}" type="slidenum">
              <a:rPr lang="fr-CA" smtClean="0"/>
              <a:pPr/>
              <a:t>7</a:t>
            </a:fld>
            <a:endParaRPr lang="fr-CA" dirty="0"/>
          </a:p>
        </p:txBody>
      </p:sp>
      <p:sp>
        <p:nvSpPr>
          <p:cNvPr id="14" name="Rounded Rectangle 13"/>
          <p:cNvSpPr/>
          <p:nvPr/>
        </p:nvSpPr>
        <p:spPr>
          <a:xfrm>
            <a:off x="630936" y="1325880"/>
            <a:ext cx="2493264" cy="786384"/>
          </a:xfrm>
          <a:prstGeom prst="roundRect">
            <a:avLst>
              <a:gd name="adj" fmla="val 8000"/>
            </a:avLst>
          </a:prstGeom>
          <a:solidFill>
            <a:srgbClr val="E8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5" name="Picture 14" descr="hebergement.png"/>
          <p:cNvPicPr>
            <a:picLocks noChangeAspect="1"/>
          </p:cNvPicPr>
          <p:nvPr/>
        </p:nvPicPr>
        <p:blipFill>
          <a:blip r:embed="rId3"/>
          <a:stretch>
            <a:fillRect/>
          </a:stretch>
        </p:blipFill>
        <p:spPr>
          <a:xfrm>
            <a:off x="813815" y="1517904"/>
            <a:ext cx="402336" cy="402336"/>
          </a:xfrm>
          <a:prstGeom prst="rect">
            <a:avLst/>
          </a:prstGeom>
        </p:spPr>
      </p:pic>
      <p:sp>
        <p:nvSpPr>
          <p:cNvPr id="16" name="TextBox 15"/>
          <p:cNvSpPr txBox="1"/>
          <p:nvPr/>
        </p:nvSpPr>
        <p:spPr>
          <a:xfrm>
            <a:off x="1344168" y="1472184"/>
            <a:ext cx="1597152" cy="512064"/>
          </a:xfrm>
          <a:prstGeom prst="rect">
            <a:avLst/>
          </a:prstGeom>
          <a:noFill/>
        </p:spPr>
        <p:txBody>
          <a:bodyPr wrap="square" lIns="0" tIns="0" rIns="0" bIns="0" anchor="t">
            <a:spAutoFit/>
          </a:bodyPr>
          <a:lstStyle/>
          <a:p>
            <a:pPr marL="0" indent="0" algn="l">
              <a:lnSpc>
                <a:spcPct val="95000"/>
              </a:lnSpc>
              <a:spcAft>
                <a:spcPts val="300"/>
              </a:spcAft>
            </a:pPr>
            <a:r>
              <a:rPr sz="1200" b="1">
                <a:solidFill>
                  <a:srgbClr val="170A72"/>
                </a:solidFill>
                <a:latin typeface="Segoe UI Semibold"/>
              </a:rPr>
              <a:t>Construido</a:t>
            </a:r>
          </a:p>
          <a:p>
            <a:pPr marL="0" indent="0" algn="l">
              <a:lnSpc>
                <a:spcPct val="100000"/>
              </a:lnSpc>
            </a:pPr>
            <a:r>
              <a:rPr sz="900">
                <a:solidFill>
                  <a:srgbClr val="4C4C61"/>
                </a:solidFill>
                <a:latin typeface="Segoe UI"/>
              </a:rPr>
              <a:t>barrios, transporte, vivienda, alimentación</a:t>
            </a:r>
          </a:p>
        </p:txBody>
      </p:sp>
      <p:sp>
        <p:nvSpPr>
          <p:cNvPr id="17" name="Rounded Rectangle 16"/>
          <p:cNvSpPr/>
          <p:nvPr/>
        </p:nvSpPr>
        <p:spPr>
          <a:xfrm>
            <a:off x="3325368" y="1325880"/>
            <a:ext cx="2493264" cy="786384"/>
          </a:xfrm>
          <a:prstGeom prst="roundRect">
            <a:avLst>
              <a:gd name="adj" fmla="val 8000"/>
            </a:avLst>
          </a:prstGeom>
          <a:solidFill>
            <a:srgbClr val="E8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8" name="Picture 17" descr="orage.png"/>
          <p:cNvPicPr>
            <a:picLocks noChangeAspect="1"/>
          </p:cNvPicPr>
          <p:nvPr/>
        </p:nvPicPr>
        <p:blipFill>
          <a:blip r:embed="rId4"/>
          <a:stretch>
            <a:fillRect/>
          </a:stretch>
        </p:blipFill>
        <p:spPr>
          <a:xfrm>
            <a:off x="3508248" y="1517904"/>
            <a:ext cx="402336" cy="402336"/>
          </a:xfrm>
          <a:prstGeom prst="rect">
            <a:avLst/>
          </a:prstGeom>
        </p:spPr>
      </p:pic>
      <p:sp>
        <p:nvSpPr>
          <p:cNvPr id="19" name="TextBox 18"/>
          <p:cNvSpPr txBox="1"/>
          <p:nvPr/>
        </p:nvSpPr>
        <p:spPr>
          <a:xfrm>
            <a:off x="4038600" y="1472184"/>
            <a:ext cx="1597152" cy="512064"/>
          </a:xfrm>
          <a:prstGeom prst="rect">
            <a:avLst/>
          </a:prstGeom>
          <a:noFill/>
        </p:spPr>
        <p:txBody>
          <a:bodyPr wrap="square" lIns="0" tIns="0" rIns="0" bIns="0" anchor="t">
            <a:spAutoFit/>
          </a:bodyPr>
          <a:lstStyle/>
          <a:p>
            <a:pPr marL="0" indent="0" algn="l">
              <a:lnSpc>
                <a:spcPct val="95000"/>
              </a:lnSpc>
              <a:spcAft>
                <a:spcPts val="300"/>
              </a:spcAft>
            </a:pPr>
            <a:r>
              <a:rPr sz="1200" b="1">
                <a:solidFill>
                  <a:srgbClr val="170A72"/>
                </a:solidFill>
                <a:latin typeface="Segoe UI Semibold"/>
              </a:rPr>
              <a:t>Natural</a:t>
            </a:r>
          </a:p>
          <a:p>
            <a:pPr marL="0" indent="0" algn="l">
              <a:lnSpc>
                <a:spcPct val="100000"/>
              </a:lnSpc>
            </a:pPr>
            <a:r>
              <a:rPr sz="900">
                <a:solidFill>
                  <a:srgbClr val="4C4C61"/>
                </a:solidFill>
                <a:latin typeface="Segoe UI"/>
              </a:rPr>
              <a:t>áreas verdes, aire, agua, islas de calor</a:t>
            </a:r>
          </a:p>
        </p:txBody>
      </p:sp>
      <p:sp>
        <p:nvSpPr>
          <p:cNvPr id="20" name="Rounded Rectangle 19"/>
          <p:cNvSpPr/>
          <p:nvPr/>
        </p:nvSpPr>
        <p:spPr>
          <a:xfrm>
            <a:off x="6019800" y="1325880"/>
            <a:ext cx="2493264" cy="786384"/>
          </a:xfrm>
          <a:prstGeom prst="roundRect">
            <a:avLst>
              <a:gd name="adj" fmla="val 8000"/>
            </a:avLst>
          </a:prstGeom>
          <a:solidFill>
            <a:srgbClr val="E8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1" name="Picture 20" descr="interaction.png"/>
          <p:cNvPicPr>
            <a:picLocks noChangeAspect="1"/>
          </p:cNvPicPr>
          <p:nvPr/>
        </p:nvPicPr>
        <p:blipFill>
          <a:blip r:embed="rId5"/>
          <a:stretch>
            <a:fillRect/>
          </a:stretch>
        </p:blipFill>
        <p:spPr>
          <a:xfrm>
            <a:off x="6202680" y="1517904"/>
            <a:ext cx="402336" cy="402336"/>
          </a:xfrm>
          <a:prstGeom prst="rect">
            <a:avLst/>
          </a:prstGeom>
        </p:spPr>
      </p:pic>
      <p:sp>
        <p:nvSpPr>
          <p:cNvPr id="22" name="TextBox 21"/>
          <p:cNvSpPr txBox="1"/>
          <p:nvPr/>
        </p:nvSpPr>
        <p:spPr>
          <a:xfrm>
            <a:off x="6733032" y="1472184"/>
            <a:ext cx="1597152" cy="512064"/>
          </a:xfrm>
          <a:prstGeom prst="rect">
            <a:avLst/>
          </a:prstGeom>
          <a:noFill/>
        </p:spPr>
        <p:txBody>
          <a:bodyPr wrap="square" lIns="0" tIns="0" rIns="0" bIns="0" anchor="t">
            <a:spAutoFit/>
          </a:bodyPr>
          <a:lstStyle/>
          <a:p>
            <a:pPr marL="0" indent="0" algn="l">
              <a:lnSpc>
                <a:spcPct val="95000"/>
              </a:lnSpc>
              <a:spcAft>
                <a:spcPts val="300"/>
              </a:spcAft>
            </a:pPr>
            <a:r>
              <a:rPr sz="1200" b="1">
                <a:solidFill>
                  <a:srgbClr val="170A72"/>
                </a:solidFill>
                <a:latin typeface="Segoe UI Semibold"/>
              </a:rPr>
              <a:t>Social</a:t>
            </a:r>
          </a:p>
          <a:p>
            <a:pPr marL="0" indent="0" algn="l">
              <a:lnSpc>
                <a:spcPct val="100000"/>
              </a:lnSpc>
            </a:pPr>
            <a:r>
              <a:rPr sz="900">
                <a:solidFill>
                  <a:srgbClr val="4C4C61"/>
                </a:solidFill>
                <a:latin typeface="Segoe UI"/>
              </a:rPr>
              <a:t>seguridad, participación, cohesión</a:t>
            </a:r>
          </a:p>
        </p:txBody>
      </p:sp>
      <p:sp>
        <p:nvSpPr>
          <p:cNvPr id="23" name="Rounded Rectangle 22"/>
          <p:cNvSpPr/>
          <p:nvPr/>
        </p:nvSpPr>
        <p:spPr>
          <a:xfrm>
            <a:off x="630936" y="2258568"/>
            <a:ext cx="2493264" cy="786384"/>
          </a:xfrm>
          <a:prstGeom prst="roundRect">
            <a:avLst>
              <a:gd name="adj" fmla="val 8000"/>
            </a:avLst>
          </a:prstGeom>
          <a:solidFill>
            <a:srgbClr val="E8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4" name="Picture 23" descr="dollar.png"/>
          <p:cNvPicPr>
            <a:picLocks noChangeAspect="1"/>
          </p:cNvPicPr>
          <p:nvPr/>
        </p:nvPicPr>
        <p:blipFill>
          <a:blip r:embed="rId6"/>
          <a:stretch>
            <a:fillRect/>
          </a:stretch>
        </p:blipFill>
        <p:spPr>
          <a:xfrm>
            <a:off x="813815" y="2450591"/>
            <a:ext cx="402336" cy="402336"/>
          </a:xfrm>
          <a:prstGeom prst="rect">
            <a:avLst/>
          </a:prstGeom>
        </p:spPr>
      </p:pic>
      <p:sp>
        <p:nvSpPr>
          <p:cNvPr id="25" name="TextBox 24"/>
          <p:cNvSpPr txBox="1"/>
          <p:nvPr/>
        </p:nvSpPr>
        <p:spPr>
          <a:xfrm>
            <a:off x="1344168" y="2404872"/>
            <a:ext cx="1597152" cy="512064"/>
          </a:xfrm>
          <a:prstGeom prst="rect">
            <a:avLst/>
          </a:prstGeom>
          <a:noFill/>
        </p:spPr>
        <p:txBody>
          <a:bodyPr wrap="square" lIns="0" tIns="0" rIns="0" bIns="0" anchor="t">
            <a:spAutoFit/>
          </a:bodyPr>
          <a:lstStyle/>
          <a:p>
            <a:pPr marL="0" indent="0" algn="l">
              <a:lnSpc>
                <a:spcPct val="95000"/>
              </a:lnSpc>
              <a:spcAft>
                <a:spcPts val="300"/>
              </a:spcAft>
            </a:pPr>
            <a:r>
              <a:rPr sz="1200" b="1">
                <a:solidFill>
                  <a:srgbClr val="170A72"/>
                </a:solidFill>
                <a:latin typeface="Segoe UI Semibold"/>
              </a:rPr>
              <a:t>Económico</a:t>
            </a:r>
          </a:p>
          <a:p>
            <a:pPr marL="0" indent="0" algn="l">
              <a:lnSpc>
                <a:spcPct val="100000"/>
              </a:lnSpc>
            </a:pPr>
            <a:r>
              <a:rPr sz="900">
                <a:solidFill>
                  <a:srgbClr val="4C4C61"/>
                </a:solidFill>
                <a:latin typeface="Segoe UI"/>
              </a:rPr>
              <a:t>empleo, ingresos, servicios de proximidad</a:t>
            </a:r>
          </a:p>
        </p:txBody>
      </p:sp>
      <p:sp>
        <p:nvSpPr>
          <p:cNvPr id="26" name="Rounded Rectangle 25"/>
          <p:cNvSpPr/>
          <p:nvPr/>
        </p:nvSpPr>
        <p:spPr>
          <a:xfrm>
            <a:off x="3325368" y="2258568"/>
            <a:ext cx="2493264" cy="786384"/>
          </a:xfrm>
          <a:prstGeom prst="roundRect">
            <a:avLst>
              <a:gd name="adj" fmla="val 8000"/>
            </a:avLst>
          </a:prstGeom>
          <a:solidFill>
            <a:srgbClr val="E8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7" name="Picture 26" descr="etablissement.png"/>
          <p:cNvPicPr>
            <a:picLocks noChangeAspect="1"/>
          </p:cNvPicPr>
          <p:nvPr/>
        </p:nvPicPr>
        <p:blipFill>
          <a:blip r:embed="rId7"/>
          <a:stretch>
            <a:fillRect/>
          </a:stretch>
        </p:blipFill>
        <p:spPr>
          <a:xfrm>
            <a:off x="3508248" y="2450591"/>
            <a:ext cx="402336" cy="402336"/>
          </a:xfrm>
          <a:prstGeom prst="rect">
            <a:avLst/>
          </a:prstGeom>
        </p:spPr>
      </p:pic>
      <p:sp>
        <p:nvSpPr>
          <p:cNvPr id="28" name="TextBox 27"/>
          <p:cNvSpPr txBox="1"/>
          <p:nvPr/>
        </p:nvSpPr>
        <p:spPr>
          <a:xfrm>
            <a:off x="4038600" y="2404872"/>
            <a:ext cx="1597152" cy="512064"/>
          </a:xfrm>
          <a:prstGeom prst="rect">
            <a:avLst/>
          </a:prstGeom>
          <a:noFill/>
        </p:spPr>
        <p:txBody>
          <a:bodyPr wrap="square" lIns="0" tIns="0" rIns="0" bIns="0" anchor="t">
            <a:spAutoFit/>
          </a:bodyPr>
          <a:lstStyle/>
          <a:p>
            <a:pPr marL="0" indent="0" algn="l">
              <a:lnSpc>
                <a:spcPct val="95000"/>
              </a:lnSpc>
              <a:spcAft>
                <a:spcPts val="300"/>
              </a:spcAft>
            </a:pPr>
            <a:r>
              <a:rPr sz="1200" b="1">
                <a:solidFill>
                  <a:srgbClr val="170A72"/>
                </a:solidFill>
                <a:latin typeface="Segoe UI Semibold"/>
              </a:rPr>
              <a:t>Político</a:t>
            </a:r>
          </a:p>
          <a:p>
            <a:pPr marL="0" indent="0" algn="l">
              <a:lnSpc>
                <a:spcPct val="100000"/>
              </a:lnSpc>
            </a:pPr>
            <a:r>
              <a:rPr sz="900">
                <a:solidFill>
                  <a:srgbClr val="4C4C61"/>
                </a:solidFill>
                <a:latin typeface="Segoe UI"/>
              </a:rPr>
              <a:t>gobernanza, reglamentos, concertación</a:t>
            </a:r>
          </a:p>
        </p:txBody>
      </p:sp>
      <p:sp>
        <p:nvSpPr>
          <p:cNvPr id="29" name="Rounded Rectangle 28"/>
          <p:cNvSpPr/>
          <p:nvPr/>
        </p:nvSpPr>
        <p:spPr>
          <a:xfrm>
            <a:off x="6019800" y="2258568"/>
            <a:ext cx="2493264" cy="786384"/>
          </a:xfrm>
          <a:prstGeom prst="roundRect">
            <a:avLst>
              <a:gd name="adj" fmla="val 8000"/>
            </a:avLst>
          </a:prstGeom>
          <a:solidFill>
            <a:srgbClr val="E8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30" name="Picture 29" descr="cur_symbole.png"/>
          <p:cNvPicPr>
            <a:picLocks noChangeAspect="1"/>
          </p:cNvPicPr>
          <p:nvPr/>
        </p:nvPicPr>
        <p:blipFill>
          <a:blip r:embed="rId8"/>
          <a:stretch>
            <a:fillRect/>
          </a:stretch>
        </p:blipFill>
        <p:spPr>
          <a:xfrm>
            <a:off x="6202680" y="2450591"/>
            <a:ext cx="402336" cy="402336"/>
          </a:xfrm>
          <a:prstGeom prst="rect">
            <a:avLst/>
          </a:prstGeom>
        </p:spPr>
      </p:pic>
      <p:sp>
        <p:nvSpPr>
          <p:cNvPr id="31" name="TextBox 30"/>
          <p:cNvSpPr txBox="1"/>
          <p:nvPr/>
        </p:nvSpPr>
        <p:spPr>
          <a:xfrm>
            <a:off x="6733032" y="2404872"/>
            <a:ext cx="1597152" cy="512064"/>
          </a:xfrm>
          <a:prstGeom prst="rect">
            <a:avLst/>
          </a:prstGeom>
          <a:noFill/>
        </p:spPr>
        <p:txBody>
          <a:bodyPr wrap="square" lIns="0" tIns="0" rIns="0" bIns="0" anchor="t">
            <a:spAutoFit/>
          </a:bodyPr>
          <a:lstStyle/>
          <a:p>
            <a:pPr marL="0" indent="0" algn="l">
              <a:lnSpc>
                <a:spcPct val="95000"/>
              </a:lnSpc>
              <a:spcAft>
                <a:spcPts val="300"/>
              </a:spcAft>
            </a:pPr>
            <a:r>
              <a:rPr sz="1200" b="1">
                <a:solidFill>
                  <a:srgbClr val="170A72"/>
                </a:solidFill>
                <a:latin typeface="Segoe UI Semibold"/>
              </a:rPr>
              <a:t>Cultural</a:t>
            </a:r>
          </a:p>
          <a:p>
            <a:pPr marL="0" indent="0" algn="l">
              <a:lnSpc>
                <a:spcPct val="100000"/>
              </a:lnSpc>
            </a:pPr>
            <a:r>
              <a:rPr sz="900">
                <a:solidFill>
                  <a:srgbClr val="4C4C61"/>
                </a:solidFill>
                <a:latin typeface="Segoe UI"/>
              </a:rPr>
              <a:t>patrimonio, identidad, realidades locales</a:t>
            </a:r>
          </a:p>
        </p:txBody>
      </p:sp>
      <p:sp>
        <p:nvSpPr>
          <p:cNvPr id="32" name="Rounded Rectangle 31"/>
          <p:cNvSpPr/>
          <p:nvPr/>
        </p:nvSpPr>
        <p:spPr>
          <a:xfrm>
            <a:off x="630936" y="3127248"/>
            <a:ext cx="7882127" cy="896112"/>
          </a:xfrm>
          <a:prstGeom prst="roundRect">
            <a:avLst>
              <a:gd name="adj" fmla="val 16000"/>
            </a:avLst>
          </a:prstGeom>
          <a:solidFill>
            <a:srgbClr val="170A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 name="TextBox 32"/>
          <p:cNvSpPr txBox="1"/>
          <p:nvPr/>
        </p:nvSpPr>
        <p:spPr>
          <a:xfrm>
            <a:off x="914400" y="3127248"/>
            <a:ext cx="7315200" cy="896112"/>
          </a:xfrm>
          <a:prstGeom prst="rect">
            <a:avLst/>
          </a:prstGeom>
          <a:noFill/>
        </p:spPr>
        <p:txBody>
          <a:bodyPr wrap="square" lIns="0" tIns="0" rIns="0" bIns="0" anchor="ctr">
            <a:spAutoFit/>
          </a:bodyPr>
          <a:lstStyle/>
          <a:p>
            <a:pPr marL="0" indent="0" algn="ctr">
              <a:lnSpc>
                <a:spcPct val="95000"/>
              </a:lnSpc>
              <a:spcAft>
                <a:spcPts val="500"/>
              </a:spcAft>
            </a:pPr>
            <a:r>
              <a:rPr sz="1500" b="1">
                <a:solidFill>
                  <a:srgbClr val="90F1E9"/>
                </a:solidFill>
                <a:latin typeface="Segoe UI Semibold"/>
              </a:rPr>
              <a:t>Inclusión  ·  Equidad  ·  Seguridad  ·  Resiliencia  ·  Sostenibilidad</a:t>
            </a:r>
          </a:p>
          <a:p>
            <a:pPr marL="0" indent="0" algn="ctr">
              <a:lnSpc>
                <a:spcPct val="100000"/>
              </a:lnSpc>
            </a:pPr>
            <a:r>
              <a:rPr sz="950">
                <a:solidFill>
                  <a:srgbClr val="FFFFFF"/>
                </a:solidFill>
                <a:latin typeface="Segoe UI"/>
              </a:rPr>
              <a:t>Cinco principios rectores que guían tanto la selección de los indicadores cartografiados como la animación de los talleres.</a:t>
            </a:r>
          </a:p>
        </p:txBody>
      </p:sp>
      <p:sp>
        <p:nvSpPr>
          <p:cNvPr id="34" name="TextBox 33"/>
          <p:cNvSpPr txBox="1"/>
          <p:nvPr/>
        </p:nvSpPr>
        <p:spPr>
          <a:xfrm>
            <a:off x="630936" y="4160520"/>
            <a:ext cx="7882127" cy="228600"/>
          </a:xfrm>
          <a:prstGeom prst="rect">
            <a:avLst/>
          </a:prstGeom>
          <a:noFill/>
        </p:spPr>
        <p:txBody>
          <a:bodyPr wrap="square" lIns="0" tIns="0" rIns="0" bIns="0" anchor="t">
            <a:spAutoFit/>
          </a:bodyPr>
          <a:lstStyle/>
          <a:p>
            <a:pPr marL="0" indent="0" algn="ctr">
              <a:lnSpc>
                <a:spcPct val="95000"/>
              </a:lnSpc>
            </a:pPr>
            <a:r>
              <a:rPr sz="850">
                <a:solidFill>
                  <a:srgbClr val="4C4C61"/>
                </a:solidFill>
                <a:latin typeface="Segoe UI"/>
              </a:rPr>
              <a:t>Marco de análisis sistémico de la acción municipal para crear entornos favorables a la salud y a la calidad de vida (INSPQ).</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3"/>
          </p:nvPr>
        </p:nvSpPr>
        <p:spPr/>
        <p:txBody>
          <a:bodyPr wrap="square"/>
          <a:lstStyle/>
          <a:p>
            <a:pPr marL="0" indent="0"/>
            <a:r>
              <a:rPr sz="2400" b="1">
                <a:solidFill>
                  <a:srgbClr val="FFFFFF"/>
                </a:solidFill>
                <a:latin typeface="Segoe UI Semibold"/>
              </a:rPr>
              <a:t>La herramienta: ligera por diseño</a:t>
            </a:r>
          </a:p>
        </p:txBody>
      </p:sp>
      <p:sp>
        <p:nvSpPr>
          <p:cNvPr id="4" name="Text Placeholder 3"/>
          <p:cNvSpPr>
            <a:spLocks noGrp="1"/>
          </p:cNvSpPr>
          <p:nvPr>
            <p:ph type="body" sz="quarter" idx="14"/>
          </p:nvPr>
        </p:nvSpPr>
        <p:spPr/>
        <p:txBody>
          <a:bodyPr wrap="square">
            <a:normAutofit fontScale="77500" lnSpcReduction="20000"/>
          </a:bodyPr>
          <a:lstStyle/>
          <a:p>
            <a:pPr marL="0" indent="0"/>
            <a:r>
              <a:rPr sz="800">
                <a:solidFill>
                  <a:srgbClr val="4C4C61"/>
                </a:solidFill>
                <a:latin typeface="Segoe UI"/>
              </a:rPr>
              <a:t>C.A.R.T.O.S.  ·  CALASS 2026</a:t>
            </a:r>
          </a:p>
        </p:txBody>
      </p:sp>
      <p:sp>
        <p:nvSpPr>
          <p:cNvPr id="13" name="Espace réservé du numéro de diapositive 5">
            <a:extLst>
              <a:ext uri="{FF2B5EF4-FFF2-40B4-BE49-F238E27FC236}">
                <a16:creationId xmlns:a16="http://schemas.microsoft.com/office/drawing/2014/main" id="{B5A4DF54-1696-4D83-DEDD-F8DE736AE245}"/>
              </a:ext>
            </a:extLst>
          </p:cNvPr>
          <p:cNvSpPr>
            <a:spLocks noGrp="1"/>
          </p:cNvSpPr>
          <p:nvPr>
            <p:ph type="sldNum" sz="quarter" idx="4"/>
          </p:nvPr>
        </p:nvSpPr>
        <p:spPr>
          <a:xfrm>
            <a:off x="6656884" y="4747021"/>
            <a:ext cx="2057400" cy="274637"/>
          </a:xfrm>
          <a:prstGeom prst="rect">
            <a:avLst/>
          </a:prstGeom>
        </p:spPr>
        <p:txBody>
          <a:bodyPr vert="horz" lIns="91440" tIns="45720" rIns="91440" bIns="45720" rtlCol="0" anchor="ctr"/>
          <a:lstStyle>
            <a:lvl1pPr algn="r">
              <a:defRPr sz="1200">
                <a:solidFill>
                  <a:schemeClr val="tx1"/>
                </a:solidFill>
              </a:defRPr>
            </a:lvl1pPr>
          </a:lstStyle>
          <a:p>
            <a:fld id="{A7D211A3-7575-492B-8E98-5F9B497A4866}" type="slidenum">
              <a:rPr lang="fr-CA" smtClean="0"/>
              <a:pPr/>
              <a:t>8</a:t>
            </a:fld>
            <a:endParaRPr lang="fr-CA" dirty="0"/>
          </a:p>
        </p:txBody>
      </p:sp>
      <p:sp>
        <p:nvSpPr>
          <p:cNvPr id="14" name="TextBox 13"/>
          <p:cNvSpPr txBox="1"/>
          <p:nvPr/>
        </p:nvSpPr>
        <p:spPr>
          <a:xfrm>
            <a:off x="630936" y="1371600"/>
            <a:ext cx="3108960" cy="731520"/>
          </a:xfrm>
          <a:prstGeom prst="rect">
            <a:avLst/>
          </a:prstGeom>
          <a:noFill/>
        </p:spPr>
        <p:txBody>
          <a:bodyPr wrap="square" lIns="0" tIns="0" rIns="0" bIns="0" anchor="t">
            <a:spAutoFit/>
          </a:bodyPr>
          <a:lstStyle/>
          <a:p>
            <a:pPr marL="0" indent="0" algn="l">
              <a:lnSpc>
                <a:spcPct val="100000"/>
              </a:lnSpc>
              <a:spcAft>
                <a:spcPts val="0"/>
              </a:spcAft>
            </a:pPr>
            <a:r>
              <a:rPr sz="1500" b="1">
                <a:solidFill>
                  <a:srgbClr val="170A72"/>
                </a:solidFill>
                <a:latin typeface="Segoe UI Semibold"/>
              </a:rPr>
              <a:t>Un tablero que cabe</a:t>
            </a:r>
          </a:p>
          <a:p>
            <a:pPr marL="0" indent="0" algn="l">
              <a:lnSpc>
                <a:spcPct val="100000"/>
              </a:lnSpc>
            </a:pPr>
            <a:r>
              <a:rPr sz="1500" b="1">
                <a:solidFill>
                  <a:srgbClr val="170A72"/>
                </a:solidFill>
                <a:latin typeface="Segoe UI Semibold"/>
              </a:rPr>
              <a:t>en un solo archivo</a:t>
            </a:r>
          </a:p>
        </p:txBody>
      </p:sp>
      <p:sp>
        <p:nvSpPr>
          <p:cNvPr id="15" name="TextBox 14"/>
          <p:cNvSpPr txBox="1"/>
          <p:nvPr/>
        </p:nvSpPr>
        <p:spPr>
          <a:xfrm>
            <a:off x="630936" y="2194560"/>
            <a:ext cx="3108960" cy="2194560"/>
          </a:xfrm>
          <a:prstGeom prst="rect">
            <a:avLst/>
          </a:prstGeom>
          <a:noFill/>
        </p:spPr>
        <p:txBody>
          <a:bodyPr wrap="square" lIns="0" tIns="0" rIns="0" bIns="0" anchor="t">
            <a:spAutoFit/>
          </a:bodyPr>
          <a:lstStyle/>
          <a:p>
            <a:pPr marL="0" indent="0" algn="l">
              <a:lnSpc>
                <a:spcPct val="105000"/>
              </a:lnSpc>
              <a:spcAft>
                <a:spcPts val="900"/>
              </a:spcAft>
            </a:pPr>
            <a:r>
              <a:rPr sz="1050">
                <a:solidFill>
                  <a:srgbClr val="4C4C61"/>
                </a:solidFill>
                <a:latin typeface="Segoe UI"/>
              </a:rPr>
              <a:t>Cada restricción de la ruralidad dictó una decisión técnica.</a:t>
            </a:r>
          </a:p>
          <a:p>
            <a:pPr marL="0" indent="0" algn="l">
              <a:lnSpc>
                <a:spcPct val="105000"/>
              </a:lnSpc>
              <a:spcAft>
                <a:spcPts val="900"/>
              </a:spcAft>
            </a:pPr>
            <a:r>
              <a:rPr sz="1050">
                <a:solidFill>
                  <a:srgbClr val="4C4C61"/>
                </a:solidFill>
                <a:latin typeface="Segoe UI"/>
              </a:rPr>
              <a:t>Sin especialista en geomática: ningún SIG que instalar.</a:t>
            </a:r>
          </a:p>
          <a:p>
            <a:pPr marL="0" indent="0" algn="l">
              <a:lnSpc>
                <a:spcPct val="105000"/>
              </a:lnSpc>
              <a:spcAft>
                <a:spcPts val="900"/>
              </a:spcAft>
            </a:pPr>
            <a:r>
              <a:rPr sz="1050">
                <a:solidFill>
                  <a:srgbClr val="4C4C61"/>
                </a:solidFill>
                <a:latin typeface="Segoe UI"/>
              </a:rPr>
              <a:t>Sin presupuesto recurrente: ningún servidor que financiar.</a:t>
            </a:r>
          </a:p>
          <a:p>
            <a:pPr marL="0" indent="0" algn="l">
              <a:lnSpc>
                <a:spcPct val="105000"/>
              </a:lnSpc>
            </a:pPr>
            <a:r>
              <a:rPr sz="1050">
                <a:solidFill>
                  <a:srgbClr val="4C4C61"/>
                </a:solidFill>
                <a:latin typeface="Segoe UI"/>
              </a:rPr>
              <a:t>Rotación de personal: un archivo que se transmite, se archiva y se cita.</a:t>
            </a:r>
          </a:p>
        </p:txBody>
      </p:sp>
      <p:sp>
        <p:nvSpPr>
          <p:cNvPr id="16" name="Rounded Rectangle 15"/>
          <p:cNvSpPr/>
          <p:nvPr/>
        </p:nvSpPr>
        <p:spPr>
          <a:xfrm>
            <a:off x="4114800" y="1371600"/>
            <a:ext cx="4398264" cy="804672"/>
          </a:xfrm>
          <a:prstGeom prst="roundRect">
            <a:avLst>
              <a:gd name="adj" fmla="val 12000"/>
            </a:avLst>
          </a:prstGeom>
          <a:solidFill>
            <a:srgbClr val="E8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7" name="Picture 16" descr="telecharger.png"/>
          <p:cNvPicPr>
            <a:picLocks noChangeAspect="1"/>
          </p:cNvPicPr>
          <p:nvPr/>
        </p:nvPicPr>
        <p:blipFill>
          <a:blip r:embed="rId3"/>
          <a:stretch>
            <a:fillRect/>
          </a:stretch>
        </p:blipFill>
        <p:spPr>
          <a:xfrm>
            <a:off x="4407408" y="1572768"/>
            <a:ext cx="402336" cy="402336"/>
          </a:xfrm>
          <a:prstGeom prst="rect">
            <a:avLst/>
          </a:prstGeom>
        </p:spPr>
      </p:pic>
      <p:sp>
        <p:nvSpPr>
          <p:cNvPr id="18" name="TextBox 17"/>
          <p:cNvSpPr txBox="1"/>
          <p:nvPr/>
        </p:nvSpPr>
        <p:spPr>
          <a:xfrm>
            <a:off x="5029200" y="1371600"/>
            <a:ext cx="3209544" cy="804672"/>
          </a:xfrm>
          <a:prstGeom prst="rect">
            <a:avLst/>
          </a:prstGeom>
          <a:noFill/>
        </p:spPr>
        <p:txBody>
          <a:bodyPr wrap="square" lIns="0" tIns="0" rIns="0" bIns="0" anchor="ctr">
            <a:spAutoFit/>
          </a:bodyPr>
          <a:lstStyle/>
          <a:p>
            <a:pPr marL="0" indent="0" algn="l">
              <a:lnSpc>
                <a:spcPct val="95000"/>
              </a:lnSpc>
              <a:spcAft>
                <a:spcPts val="400"/>
              </a:spcAft>
            </a:pPr>
            <a:r>
              <a:rPr sz="1250" b="1">
                <a:solidFill>
                  <a:srgbClr val="170A72"/>
                </a:solidFill>
                <a:latin typeface="Segoe UI Semibold"/>
              </a:rPr>
              <a:t>Datos abiertos</a:t>
            </a:r>
          </a:p>
          <a:p>
            <a:pPr marL="0" indent="0" algn="l">
              <a:lnSpc>
                <a:spcPct val="100000"/>
              </a:lnSpc>
            </a:pPr>
            <a:r>
              <a:rPr sz="950">
                <a:solidFill>
                  <a:srgbClr val="4C4C61"/>
                </a:solidFill>
                <a:latin typeface="Segoe UI"/>
              </a:rPr>
              <a:t>INSPQ  ·  Données Québec  ·  censo</a:t>
            </a:r>
          </a:p>
        </p:txBody>
      </p:sp>
      <p:sp>
        <p:nvSpPr>
          <p:cNvPr id="19" name="Rounded Rectangle 18"/>
          <p:cNvSpPr/>
          <p:nvPr/>
        </p:nvSpPr>
        <p:spPr>
          <a:xfrm>
            <a:off x="4114800" y="2395728"/>
            <a:ext cx="4398264" cy="896112"/>
          </a:xfrm>
          <a:prstGeom prst="roundRect">
            <a:avLst>
              <a:gd name="adj" fmla="val 12000"/>
            </a:avLst>
          </a:prstGeom>
          <a:solidFill>
            <a:srgbClr val="90F1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0" name="Picture 19" descr="engrenage.png"/>
          <p:cNvPicPr>
            <a:picLocks noChangeAspect="1"/>
          </p:cNvPicPr>
          <p:nvPr/>
        </p:nvPicPr>
        <p:blipFill>
          <a:blip r:embed="rId4"/>
          <a:stretch>
            <a:fillRect/>
          </a:stretch>
        </p:blipFill>
        <p:spPr>
          <a:xfrm>
            <a:off x="4407408" y="2642616"/>
            <a:ext cx="402336" cy="402336"/>
          </a:xfrm>
          <a:prstGeom prst="rect">
            <a:avLst/>
          </a:prstGeom>
        </p:spPr>
      </p:pic>
      <p:sp>
        <p:nvSpPr>
          <p:cNvPr id="21" name="TextBox 20"/>
          <p:cNvSpPr txBox="1"/>
          <p:nvPr/>
        </p:nvSpPr>
        <p:spPr>
          <a:xfrm>
            <a:off x="5029200" y="2395728"/>
            <a:ext cx="3209544" cy="896112"/>
          </a:xfrm>
          <a:prstGeom prst="rect">
            <a:avLst/>
          </a:prstGeom>
          <a:noFill/>
        </p:spPr>
        <p:txBody>
          <a:bodyPr wrap="square" lIns="0" tIns="0" rIns="0" bIns="0" anchor="ctr">
            <a:spAutoFit/>
          </a:bodyPr>
          <a:lstStyle/>
          <a:p>
            <a:pPr marL="0" indent="0" algn="l">
              <a:lnSpc>
                <a:spcPct val="95000"/>
              </a:lnSpc>
              <a:spcAft>
                <a:spcPts val="400"/>
              </a:spcAft>
            </a:pPr>
            <a:r>
              <a:rPr sz="1250" b="1">
                <a:solidFill>
                  <a:srgbClr val="170A72"/>
                </a:solidFill>
                <a:latin typeface="Segoe UI Semibold"/>
              </a:rPr>
              <a:t>Un archivo HTML autónomo</a:t>
            </a:r>
          </a:p>
          <a:p>
            <a:pPr marL="0" indent="0" algn="l">
              <a:lnSpc>
                <a:spcPct val="100000"/>
              </a:lnSpc>
            </a:pPr>
            <a:r>
              <a:rPr sz="950">
                <a:solidFill>
                  <a:srgbClr val="4C4C61"/>
                </a:solidFill>
                <a:latin typeface="Segoe UI"/>
              </a:rPr>
              <a:t>Leaflet  ·  OpenStreetMap  ·  código de licencia libre</a:t>
            </a:r>
          </a:p>
        </p:txBody>
      </p:sp>
      <p:sp>
        <p:nvSpPr>
          <p:cNvPr id="22" name="Rounded Rectangle 21"/>
          <p:cNvSpPr/>
          <p:nvPr/>
        </p:nvSpPr>
        <p:spPr>
          <a:xfrm>
            <a:off x="4114800" y="3419856"/>
            <a:ext cx="4398264" cy="804672"/>
          </a:xfrm>
          <a:prstGeom prst="roundRect">
            <a:avLst>
              <a:gd name="adj" fmla="val 12000"/>
            </a:avLst>
          </a:prstGeom>
          <a:solidFill>
            <a:srgbClr val="E8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3" name="Picture 22" descr="ordinateur.png"/>
          <p:cNvPicPr>
            <a:picLocks noChangeAspect="1"/>
          </p:cNvPicPr>
          <p:nvPr/>
        </p:nvPicPr>
        <p:blipFill>
          <a:blip r:embed="rId5"/>
          <a:stretch>
            <a:fillRect/>
          </a:stretch>
        </p:blipFill>
        <p:spPr>
          <a:xfrm>
            <a:off x="4407408" y="3621024"/>
            <a:ext cx="402336" cy="402336"/>
          </a:xfrm>
          <a:prstGeom prst="rect">
            <a:avLst/>
          </a:prstGeom>
        </p:spPr>
      </p:pic>
      <p:sp>
        <p:nvSpPr>
          <p:cNvPr id="24" name="TextBox 23"/>
          <p:cNvSpPr txBox="1"/>
          <p:nvPr/>
        </p:nvSpPr>
        <p:spPr>
          <a:xfrm>
            <a:off x="5029200" y="3419856"/>
            <a:ext cx="3209544" cy="804672"/>
          </a:xfrm>
          <a:prstGeom prst="rect">
            <a:avLst/>
          </a:prstGeom>
          <a:noFill/>
        </p:spPr>
        <p:txBody>
          <a:bodyPr wrap="square" lIns="0" tIns="0" rIns="0" bIns="0" anchor="ctr">
            <a:spAutoFit/>
          </a:bodyPr>
          <a:lstStyle/>
          <a:p>
            <a:pPr marL="0" indent="0" algn="l">
              <a:lnSpc>
                <a:spcPct val="95000"/>
              </a:lnSpc>
              <a:spcAft>
                <a:spcPts val="400"/>
              </a:spcAft>
            </a:pPr>
            <a:r>
              <a:rPr sz="1250" b="1">
                <a:solidFill>
                  <a:srgbClr val="170A72"/>
                </a:solidFill>
                <a:latin typeface="Segoe UI Semibold"/>
              </a:rPr>
              <a:t>El navegador del urbanista</a:t>
            </a:r>
          </a:p>
          <a:p>
            <a:pPr marL="0" indent="0" algn="l">
              <a:lnSpc>
                <a:spcPct val="100000"/>
              </a:lnSpc>
            </a:pPr>
            <a:r>
              <a:rPr sz="950">
                <a:solidFill>
                  <a:srgbClr val="4C4C61"/>
                </a:solidFill>
                <a:latin typeface="Segoe UI"/>
              </a:rPr>
              <a:t>sin instalación, sin servidor, sin licencia</a:t>
            </a:r>
          </a:p>
        </p:txBody>
      </p:sp>
      <p:sp>
        <p:nvSpPr>
          <p:cNvPr id="25" name="Down Arrow 24"/>
          <p:cNvSpPr/>
          <p:nvPr/>
        </p:nvSpPr>
        <p:spPr>
          <a:xfrm>
            <a:off x="6231636" y="2194560"/>
            <a:ext cx="164592" cy="182880"/>
          </a:xfrm>
          <a:prstGeom prst="downArrow">
            <a:avLst/>
          </a:prstGeom>
          <a:solidFill>
            <a:srgbClr val="0080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Down Arrow 25"/>
          <p:cNvSpPr/>
          <p:nvPr/>
        </p:nvSpPr>
        <p:spPr>
          <a:xfrm>
            <a:off x="6231636" y="3218688"/>
            <a:ext cx="164592" cy="182880"/>
          </a:xfrm>
          <a:prstGeom prst="downArrow">
            <a:avLst/>
          </a:prstGeom>
          <a:solidFill>
            <a:srgbClr val="0080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114800" y="4315968"/>
            <a:ext cx="4398264" cy="228600"/>
          </a:xfrm>
          <a:prstGeom prst="rect">
            <a:avLst/>
          </a:prstGeom>
          <a:noFill/>
        </p:spPr>
        <p:txBody>
          <a:bodyPr wrap="square" lIns="0" tIns="0" rIns="0" bIns="0" anchor="t">
            <a:spAutoFit/>
          </a:bodyPr>
          <a:lstStyle/>
          <a:p>
            <a:pPr marL="0" indent="0" algn="ctr">
              <a:lnSpc>
                <a:spcPct val="95000"/>
              </a:lnSpc>
            </a:pPr>
            <a:r>
              <a:rPr sz="850" i="1">
                <a:solidFill>
                  <a:srgbClr val="4C4C61"/>
                </a:solidFill>
                <a:latin typeface="Segoe UI"/>
              </a:rPr>
              <a:t>Arquitectura de los tableros C.A.R.T.O.S.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3"/>
          </p:nvPr>
        </p:nvSpPr>
        <p:spPr/>
        <p:txBody>
          <a:bodyPr wrap="square"/>
          <a:lstStyle/>
          <a:p>
            <a:pPr marL="0" indent="0"/>
            <a:r>
              <a:rPr sz="2400" b="1">
                <a:solidFill>
                  <a:srgbClr val="FFFFFF"/>
                </a:solidFill>
                <a:latin typeface="Segoe UI Semibold"/>
              </a:rPr>
              <a:t>Cuatro MRC piloto, cuatro ruralidades</a:t>
            </a:r>
          </a:p>
        </p:txBody>
      </p:sp>
      <p:sp>
        <p:nvSpPr>
          <p:cNvPr id="4" name="Text Placeholder 3"/>
          <p:cNvSpPr>
            <a:spLocks noGrp="1"/>
          </p:cNvSpPr>
          <p:nvPr>
            <p:ph type="body" sz="quarter" idx="14"/>
          </p:nvPr>
        </p:nvSpPr>
        <p:spPr/>
        <p:txBody>
          <a:bodyPr wrap="square">
            <a:normAutofit fontScale="77500" lnSpcReduction="20000"/>
          </a:bodyPr>
          <a:lstStyle/>
          <a:p>
            <a:pPr marL="0" indent="0"/>
            <a:r>
              <a:rPr sz="800">
                <a:solidFill>
                  <a:srgbClr val="4C4C61"/>
                </a:solidFill>
                <a:latin typeface="Segoe UI"/>
              </a:rPr>
              <a:t>C.A.R.T.O.S.  ·  CALASS 2026</a:t>
            </a:r>
          </a:p>
        </p:txBody>
      </p:sp>
      <p:sp>
        <p:nvSpPr>
          <p:cNvPr id="13" name="Espace réservé du numéro de diapositive 5">
            <a:extLst>
              <a:ext uri="{FF2B5EF4-FFF2-40B4-BE49-F238E27FC236}">
                <a16:creationId xmlns:a16="http://schemas.microsoft.com/office/drawing/2014/main" id="{B5A4DF54-1696-4D83-DEDD-F8DE736AE245}"/>
              </a:ext>
            </a:extLst>
          </p:cNvPr>
          <p:cNvSpPr>
            <a:spLocks noGrp="1"/>
          </p:cNvSpPr>
          <p:nvPr>
            <p:ph type="sldNum" sz="quarter" idx="4"/>
          </p:nvPr>
        </p:nvSpPr>
        <p:spPr>
          <a:xfrm>
            <a:off x="6656884" y="4747021"/>
            <a:ext cx="2057400" cy="274637"/>
          </a:xfrm>
          <a:prstGeom prst="rect">
            <a:avLst/>
          </a:prstGeom>
        </p:spPr>
        <p:txBody>
          <a:bodyPr vert="horz" lIns="91440" tIns="45720" rIns="91440" bIns="45720" rtlCol="0" anchor="ctr"/>
          <a:lstStyle>
            <a:lvl1pPr algn="r">
              <a:defRPr sz="1200">
                <a:solidFill>
                  <a:schemeClr val="tx1"/>
                </a:solidFill>
              </a:defRPr>
            </a:lvl1pPr>
          </a:lstStyle>
          <a:p>
            <a:fld id="{A7D211A3-7575-492B-8E98-5F9B497A4866}" type="slidenum">
              <a:rPr lang="fr-CA" smtClean="0"/>
              <a:pPr/>
              <a:t>9</a:t>
            </a:fld>
            <a:endParaRPr lang="fr-CA" dirty="0"/>
          </a:p>
        </p:txBody>
      </p:sp>
      <p:graphicFrame>
        <p:nvGraphicFramePr>
          <p:cNvPr id="14" name="Table 13"/>
          <p:cNvGraphicFramePr>
            <a:graphicFrameLocks noGrp="1"/>
          </p:cNvGraphicFramePr>
          <p:nvPr/>
        </p:nvGraphicFramePr>
        <p:xfrm>
          <a:off x="630936" y="1371600"/>
          <a:ext cx="7882127" cy="2340864"/>
        </p:xfrm>
        <a:graphic>
          <a:graphicData uri="http://schemas.openxmlformats.org/drawingml/2006/table">
            <a:tbl>
              <a:tblPr firstRow="1">
                <a:tableStyleId>{5C22544A-7EE6-4342-B048-85BDC9FD1C3A}</a:tableStyleId>
              </a:tblPr>
              <a:tblGrid>
                <a:gridCol w="1691640">
                  <a:extLst>
                    <a:ext uri="{9D8B030D-6E8A-4147-A177-3AD203B41FA5}">
                      <a16:colId xmlns:a16="http://schemas.microsoft.com/office/drawing/2014/main" val="20000"/>
                    </a:ext>
                  </a:extLst>
                </a:gridCol>
                <a:gridCol w="1874519">
                  <a:extLst>
                    <a:ext uri="{9D8B030D-6E8A-4147-A177-3AD203B41FA5}">
                      <a16:colId xmlns:a16="http://schemas.microsoft.com/office/drawing/2014/main" val="20001"/>
                    </a:ext>
                  </a:extLst>
                </a:gridCol>
                <a:gridCol w="2194560">
                  <a:extLst>
                    <a:ext uri="{9D8B030D-6E8A-4147-A177-3AD203B41FA5}">
                      <a16:colId xmlns:a16="http://schemas.microsoft.com/office/drawing/2014/main" val="20002"/>
                    </a:ext>
                  </a:extLst>
                </a:gridCol>
                <a:gridCol w="2121408">
                  <a:extLst>
                    <a:ext uri="{9D8B030D-6E8A-4147-A177-3AD203B41FA5}">
                      <a16:colId xmlns:a16="http://schemas.microsoft.com/office/drawing/2014/main" val="20003"/>
                    </a:ext>
                  </a:extLst>
                </a:gridCol>
              </a:tblGrid>
              <a:tr h="548640">
                <a:tc>
                  <a:txBody>
                    <a:bodyPr/>
                    <a:lstStyle/>
                    <a:p>
                      <a:pPr marL="0" indent="0"/>
                      <a:r>
                        <a:rPr sz="1000" b="1">
                          <a:solidFill>
                            <a:srgbClr val="FFFFFF"/>
                          </a:solidFill>
                          <a:latin typeface="Segoe UI Semibold"/>
                        </a:rPr>
                        <a:t>MRC</a:t>
                      </a:r>
                    </a:p>
                  </a:txBody>
                  <a:tcPr marL="109728" marR="73152" anchor="ctr">
                    <a:solidFill>
                      <a:srgbClr val="170A72"/>
                    </a:solidFill>
                  </a:tcPr>
                </a:tc>
                <a:tc>
                  <a:txBody>
                    <a:bodyPr/>
                    <a:lstStyle/>
                    <a:p>
                      <a:pPr marL="0" indent="0"/>
                      <a:r>
                        <a:rPr sz="1000" b="1">
                          <a:solidFill>
                            <a:srgbClr val="FFFFFF"/>
                          </a:solidFill>
                          <a:latin typeface="Segoe UI Semibold"/>
                        </a:rPr>
                        <a:t>Región</a:t>
                      </a:r>
                    </a:p>
                  </a:txBody>
                  <a:tcPr marL="109728" marR="73152" anchor="ctr">
                    <a:solidFill>
                      <a:srgbClr val="170A72"/>
                    </a:solidFill>
                  </a:tcPr>
                </a:tc>
                <a:tc>
                  <a:txBody>
                    <a:bodyPr/>
                    <a:lstStyle/>
                    <a:p>
                      <a:pPr marL="0" indent="0"/>
                      <a:r>
                        <a:rPr sz="1000" b="1">
                          <a:solidFill>
                            <a:srgbClr val="FFFFFF"/>
                          </a:solidFill>
                          <a:latin typeface="Segoe UI Semibold"/>
                        </a:rPr>
                        <a:t>Tipología de las OGAT</a:t>
                      </a:r>
                    </a:p>
                  </a:txBody>
                  <a:tcPr marL="109728" marR="73152" anchor="ctr">
                    <a:solidFill>
                      <a:srgbClr val="170A72"/>
                    </a:solidFill>
                  </a:tcPr>
                </a:tc>
                <a:tc>
                  <a:txBody>
                    <a:bodyPr/>
                    <a:lstStyle/>
                    <a:p>
                      <a:pPr marL="0" indent="0"/>
                      <a:r>
                        <a:rPr sz="1000" b="1">
                          <a:solidFill>
                            <a:srgbClr val="FFFFFF"/>
                          </a:solidFill>
                          <a:latin typeface="Segoe UI Semibold"/>
                        </a:rPr>
                        <a:t>Problemáticas ilustrativas</a:t>
                      </a:r>
                    </a:p>
                  </a:txBody>
                  <a:tcPr marL="109728" marR="73152" anchor="ctr">
                    <a:solidFill>
                      <a:srgbClr val="170A72"/>
                    </a:solidFill>
                  </a:tcPr>
                </a:tc>
                <a:extLst>
                  <a:ext uri="{0D108BD9-81ED-4DB2-BD59-A6C34878D82A}">
                    <a16:rowId xmlns:a16="http://schemas.microsoft.com/office/drawing/2014/main" val="10000"/>
                  </a:ext>
                </a:extLst>
              </a:tr>
              <a:tr h="448056">
                <a:tc>
                  <a:txBody>
                    <a:bodyPr/>
                    <a:lstStyle/>
                    <a:p>
                      <a:pPr marL="0" indent="0"/>
                      <a:r>
                        <a:rPr sz="950" b="1">
                          <a:solidFill>
                            <a:srgbClr val="170A72"/>
                          </a:solidFill>
                          <a:latin typeface="Segoe UI"/>
                        </a:rPr>
                        <a:t>Antoine-Labelle</a:t>
                      </a:r>
                    </a:p>
                  </a:txBody>
                  <a:tcPr marL="109728" marR="73152" anchor="ctr">
                    <a:solidFill>
                      <a:srgbClr val="E8FCFA"/>
                    </a:solidFill>
                  </a:tcPr>
                </a:tc>
                <a:tc>
                  <a:txBody>
                    <a:bodyPr/>
                    <a:lstStyle/>
                    <a:p>
                      <a:pPr marL="0" indent="0"/>
                      <a:r>
                        <a:rPr sz="950" b="0">
                          <a:solidFill>
                            <a:srgbClr val="4C4C61"/>
                          </a:solidFill>
                          <a:latin typeface="Segoe UI"/>
                        </a:rPr>
                        <a:t>Laurentides</a:t>
                      </a:r>
                    </a:p>
                  </a:txBody>
                  <a:tcPr marL="109728" marR="73152" anchor="ctr">
                    <a:solidFill>
                      <a:srgbClr val="E8FCFA"/>
                    </a:solidFill>
                  </a:tcPr>
                </a:tc>
                <a:tc>
                  <a:txBody>
                    <a:bodyPr/>
                    <a:lstStyle/>
                    <a:p>
                      <a:pPr marL="0" indent="0"/>
                      <a:r>
                        <a:rPr sz="950" b="0">
                          <a:solidFill>
                            <a:srgbClr val="4C4C61"/>
                          </a:solidFill>
                          <a:latin typeface="Segoe UI"/>
                        </a:rPr>
                        <a:t>Grupo F — decrecimiento</a:t>
                      </a:r>
                    </a:p>
                  </a:txBody>
                  <a:tcPr marL="109728" marR="73152" anchor="ctr">
                    <a:solidFill>
                      <a:srgbClr val="E8FCFA"/>
                    </a:solidFill>
                  </a:tcPr>
                </a:tc>
                <a:tc>
                  <a:txBody>
                    <a:bodyPr/>
                    <a:lstStyle/>
                    <a:p>
                      <a:pPr marL="0" indent="0"/>
                      <a:r>
                        <a:rPr sz="950" b="0">
                          <a:solidFill>
                            <a:srgbClr val="4C4C61"/>
                          </a:solidFill>
                          <a:latin typeface="Segoe UI"/>
                        </a:rPr>
                        <a:t>Envejecimiento, vivienda, inclusión</a:t>
                      </a:r>
                    </a:p>
                  </a:txBody>
                  <a:tcPr marL="109728" marR="73152" anchor="ctr">
                    <a:solidFill>
                      <a:srgbClr val="E8FCFA"/>
                    </a:solidFill>
                  </a:tcPr>
                </a:tc>
                <a:extLst>
                  <a:ext uri="{0D108BD9-81ED-4DB2-BD59-A6C34878D82A}">
                    <a16:rowId xmlns:a16="http://schemas.microsoft.com/office/drawing/2014/main" val="10001"/>
                  </a:ext>
                </a:extLst>
              </a:tr>
              <a:tr h="448056">
                <a:tc>
                  <a:txBody>
                    <a:bodyPr/>
                    <a:lstStyle/>
                    <a:p>
                      <a:pPr marL="0" indent="0"/>
                      <a:r>
                        <a:rPr sz="950" b="1">
                          <a:solidFill>
                            <a:srgbClr val="170A72"/>
                          </a:solidFill>
                          <a:latin typeface="Segoe UI"/>
                        </a:rPr>
                        <a:t>Papineau</a:t>
                      </a:r>
                    </a:p>
                  </a:txBody>
                  <a:tcPr marL="109728" marR="73152" anchor="ctr">
                    <a:solidFill>
                      <a:srgbClr val="FFFFFF"/>
                    </a:solidFill>
                  </a:tcPr>
                </a:tc>
                <a:tc>
                  <a:txBody>
                    <a:bodyPr/>
                    <a:lstStyle/>
                    <a:p>
                      <a:pPr marL="0" indent="0"/>
                      <a:r>
                        <a:rPr sz="950" b="0">
                          <a:solidFill>
                            <a:srgbClr val="4C4C61"/>
                          </a:solidFill>
                          <a:latin typeface="Segoe UI"/>
                        </a:rPr>
                        <a:t>Outaouais</a:t>
                      </a:r>
                    </a:p>
                  </a:txBody>
                  <a:tcPr marL="109728" marR="73152" anchor="ctr">
                    <a:solidFill>
                      <a:srgbClr val="FFFFFF"/>
                    </a:solidFill>
                  </a:tcPr>
                </a:tc>
                <a:tc>
                  <a:txBody>
                    <a:bodyPr/>
                    <a:lstStyle/>
                    <a:p>
                      <a:pPr marL="0" indent="0"/>
                      <a:r>
                        <a:rPr sz="950" b="0">
                          <a:solidFill>
                            <a:srgbClr val="4C4C61"/>
                          </a:solidFill>
                          <a:latin typeface="Segoe UI"/>
                        </a:rPr>
                        <a:t>Grupo E — crecimiento</a:t>
                      </a:r>
                    </a:p>
                  </a:txBody>
                  <a:tcPr marL="109728" marR="73152" anchor="ctr">
                    <a:solidFill>
                      <a:srgbClr val="FFFFFF"/>
                    </a:solidFill>
                  </a:tcPr>
                </a:tc>
                <a:tc>
                  <a:txBody>
                    <a:bodyPr/>
                    <a:lstStyle/>
                    <a:p>
                      <a:pPr marL="0" indent="0"/>
                      <a:r>
                        <a:rPr sz="950" b="0">
                          <a:solidFill>
                            <a:srgbClr val="4C4C61"/>
                          </a:solidFill>
                          <a:latin typeface="Segoe UI"/>
                        </a:rPr>
                        <a:t>Acceso a servicios, movilidad rural</a:t>
                      </a:r>
                    </a:p>
                  </a:txBody>
                  <a:tcPr marL="109728" marR="73152" anchor="ctr">
                    <a:solidFill>
                      <a:srgbClr val="FFFFFF"/>
                    </a:solidFill>
                  </a:tcPr>
                </a:tc>
                <a:extLst>
                  <a:ext uri="{0D108BD9-81ED-4DB2-BD59-A6C34878D82A}">
                    <a16:rowId xmlns:a16="http://schemas.microsoft.com/office/drawing/2014/main" val="10002"/>
                  </a:ext>
                </a:extLst>
              </a:tr>
              <a:tr h="448056">
                <a:tc>
                  <a:txBody>
                    <a:bodyPr/>
                    <a:lstStyle/>
                    <a:p>
                      <a:pPr marL="0" indent="0"/>
                      <a:r>
                        <a:rPr sz="950" b="1">
                          <a:solidFill>
                            <a:srgbClr val="170A72"/>
                          </a:solidFill>
                          <a:latin typeface="Segoe UI"/>
                        </a:rPr>
                        <a:t>Abitibi-Ouest</a:t>
                      </a:r>
                    </a:p>
                  </a:txBody>
                  <a:tcPr marL="109728" marR="73152" anchor="ctr">
                    <a:solidFill>
                      <a:srgbClr val="E8FCFA"/>
                    </a:solidFill>
                  </a:tcPr>
                </a:tc>
                <a:tc>
                  <a:txBody>
                    <a:bodyPr/>
                    <a:lstStyle/>
                    <a:p>
                      <a:pPr marL="0" indent="0"/>
                      <a:r>
                        <a:rPr sz="950" b="0">
                          <a:solidFill>
                            <a:srgbClr val="4C4C61"/>
                          </a:solidFill>
                          <a:latin typeface="Segoe UI"/>
                        </a:rPr>
                        <a:t>Abitibi-Témiscamingue</a:t>
                      </a:r>
                    </a:p>
                  </a:txBody>
                  <a:tcPr marL="109728" marR="73152" anchor="ctr">
                    <a:solidFill>
                      <a:srgbClr val="E8FCFA"/>
                    </a:solidFill>
                  </a:tcPr>
                </a:tc>
                <a:tc>
                  <a:txBody>
                    <a:bodyPr/>
                    <a:lstStyle/>
                    <a:p>
                      <a:pPr marL="0" indent="0"/>
                      <a:r>
                        <a:rPr sz="950" b="0">
                          <a:solidFill>
                            <a:srgbClr val="4C4C61"/>
                          </a:solidFill>
                          <a:latin typeface="Segoe UI"/>
                        </a:rPr>
                        <a:t>Grupo F — decrecimiento</a:t>
                      </a:r>
                    </a:p>
                  </a:txBody>
                  <a:tcPr marL="109728" marR="73152" anchor="ctr">
                    <a:solidFill>
                      <a:srgbClr val="E8FCFA"/>
                    </a:solidFill>
                  </a:tcPr>
                </a:tc>
                <a:tc>
                  <a:txBody>
                    <a:bodyPr/>
                    <a:lstStyle/>
                    <a:p>
                      <a:pPr marL="0" indent="0"/>
                      <a:r>
                        <a:rPr sz="950" b="0">
                          <a:solidFill>
                            <a:srgbClr val="4C4C61"/>
                          </a:solidFill>
                          <a:latin typeface="Segoe UI"/>
                        </a:rPr>
                        <a:t>Seguridad alimentaria, entorno natural</a:t>
                      </a:r>
                    </a:p>
                  </a:txBody>
                  <a:tcPr marL="109728" marR="73152" anchor="ctr">
                    <a:solidFill>
                      <a:srgbClr val="E8FCFA"/>
                    </a:solidFill>
                  </a:tcPr>
                </a:tc>
                <a:extLst>
                  <a:ext uri="{0D108BD9-81ED-4DB2-BD59-A6C34878D82A}">
                    <a16:rowId xmlns:a16="http://schemas.microsoft.com/office/drawing/2014/main" val="10003"/>
                  </a:ext>
                </a:extLst>
              </a:tr>
              <a:tr h="448056">
                <a:tc>
                  <a:txBody>
                    <a:bodyPr/>
                    <a:lstStyle/>
                    <a:p>
                      <a:pPr marL="0" indent="0"/>
                      <a:r>
                        <a:rPr sz="950" b="1">
                          <a:solidFill>
                            <a:srgbClr val="170A72"/>
                          </a:solidFill>
                          <a:latin typeface="Segoe UI"/>
                        </a:rPr>
                        <a:t>La Tuque</a:t>
                      </a:r>
                    </a:p>
                  </a:txBody>
                  <a:tcPr marL="109728" marR="73152" anchor="ctr">
                    <a:solidFill>
                      <a:srgbClr val="FFFFFF"/>
                    </a:solidFill>
                  </a:tcPr>
                </a:tc>
                <a:tc>
                  <a:txBody>
                    <a:bodyPr/>
                    <a:lstStyle/>
                    <a:p>
                      <a:pPr marL="0" indent="0"/>
                      <a:r>
                        <a:rPr sz="950" b="0">
                          <a:solidFill>
                            <a:srgbClr val="4C4C61"/>
                          </a:solidFill>
                          <a:latin typeface="Segoe UI"/>
                        </a:rPr>
                        <a:t>Mauricie</a:t>
                      </a:r>
                    </a:p>
                  </a:txBody>
                  <a:tcPr marL="109728" marR="73152" anchor="ctr">
                    <a:solidFill>
                      <a:srgbClr val="FFFFFF"/>
                    </a:solidFill>
                  </a:tcPr>
                </a:tc>
                <a:tc>
                  <a:txBody>
                    <a:bodyPr/>
                    <a:lstStyle/>
                    <a:p>
                      <a:pPr marL="0" indent="0"/>
                      <a:r>
                        <a:rPr sz="950" b="0">
                          <a:solidFill>
                            <a:srgbClr val="4C4C61"/>
                          </a:solidFill>
                          <a:latin typeface="Segoe UI"/>
                        </a:rPr>
                        <a:t>Grupo F — decrecimiento</a:t>
                      </a:r>
                    </a:p>
                  </a:txBody>
                  <a:tcPr marL="109728" marR="73152" anchor="ctr">
                    <a:solidFill>
                      <a:srgbClr val="FFFFFF"/>
                    </a:solidFill>
                  </a:tcPr>
                </a:tc>
                <a:tc>
                  <a:txBody>
                    <a:bodyPr/>
                    <a:lstStyle/>
                    <a:p>
                      <a:pPr marL="0" indent="0"/>
                      <a:r>
                        <a:rPr sz="950" b="0">
                          <a:solidFill>
                            <a:srgbClr val="4C4C61"/>
                          </a:solidFill>
                          <a:latin typeface="Segoe UI"/>
                        </a:rPr>
                        <a:t>Privación, lejanía, resiliencia</a:t>
                      </a:r>
                    </a:p>
                  </a:txBody>
                  <a:tcPr marL="109728" marR="73152" anchor="ctr">
                    <a:solidFill>
                      <a:srgbClr val="FFFFFF"/>
                    </a:solidFill>
                  </a:tcPr>
                </a:tc>
                <a:extLst>
                  <a:ext uri="{0D108BD9-81ED-4DB2-BD59-A6C34878D82A}">
                    <a16:rowId xmlns:a16="http://schemas.microsoft.com/office/drawing/2014/main" val="10004"/>
                  </a:ext>
                </a:extLst>
              </a:tr>
            </a:tbl>
          </a:graphicData>
        </a:graphic>
      </p:graphicFrame>
      <p:sp>
        <p:nvSpPr>
          <p:cNvPr id="15" name="TextBox 14"/>
          <p:cNvSpPr txBox="1"/>
          <p:nvPr/>
        </p:nvSpPr>
        <p:spPr>
          <a:xfrm>
            <a:off x="630936" y="3931920"/>
            <a:ext cx="7882127" cy="548640"/>
          </a:xfrm>
          <a:prstGeom prst="rect">
            <a:avLst/>
          </a:prstGeom>
          <a:noFill/>
        </p:spPr>
        <p:txBody>
          <a:bodyPr wrap="square" lIns="0" tIns="0" rIns="0" bIns="0" anchor="t">
            <a:spAutoFit/>
          </a:bodyPr>
          <a:lstStyle/>
          <a:p>
            <a:pPr marL="0" indent="0" algn="l">
              <a:lnSpc>
                <a:spcPct val="105000"/>
              </a:lnSpc>
            </a:pPr>
            <a:r>
              <a:rPr sz="950" i="1">
                <a:solidFill>
                  <a:srgbClr val="4C4C61"/>
                </a:solidFill>
                <a:latin typeface="Segoe UI"/>
              </a:rPr>
              <a:t>Cuatro territorios cuyo polo urbano cuenta con menos de 20 000 habitantes. La identificación definitiva de los sitios se hará en otoño de 2026 con las direcciones regionales de salud pública, según el avance de la revisión de los esquemas.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wrap="square"/>
          <a:lstStyle/>
          <a:p>
            <a:pPr marL="0" indent="0"/>
            <a:r>
              <a:rPr sz="1300">
                <a:solidFill>
                  <a:srgbClr val="90F1E9"/>
                </a:solidFill>
                <a:latin typeface="Segoe UI Semibold"/>
              </a:rPr>
              <a:t>Parte 2</a:t>
            </a:r>
          </a:p>
        </p:txBody>
      </p:sp>
      <p:sp>
        <p:nvSpPr>
          <p:cNvPr id="3" name="Title 2"/>
          <p:cNvSpPr>
            <a:spLocks noGrp="1"/>
          </p:cNvSpPr>
          <p:nvPr>
            <p:ph type="title"/>
          </p:nvPr>
        </p:nvSpPr>
        <p:spPr/>
        <p:txBody>
          <a:bodyPr wrap="square"/>
          <a:lstStyle/>
          <a:p>
            <a:pPr marL="0" indent="0"/>
            <a:r>
              <a:rPr sz="2400" b="1">
                <a:solidFill>
                  <a:srgbClr val="FFFFFF"/>
                </a:solidFill>
                <a:latin typeface="Segoe UI Semibold"/>
              </a:rPr>
              <a:t>Evaluar la efectividad y la implementación</a:t>
            </a:r>
          </a:p>
        </p:txBody>
      </p:sp>
      <p:sp>
        <p:nvSpPr>
          <p:cNvPr id="4" name="Espace réservé du numéro de diapositive 2">
            <a:extLst>
              <a:ext uri="{FF2B5EF4-FFF2-40B4-BE49-F238E27FC236}">
                <a16:creationId xmlns:a16="http://schemas.microsoft.com/office/drawing/2014/main" id="{FDDFC12B-100E-498F-8B7D-5136C0783D2C}"/>
              </a:ext>
            </a:extLst>
          </p:cNvPr>
          <p:cNvSpPr>
            <a:spLocks noGrp="1"/>
          </p:cNvSpPr>
          <p:nvPr>
            <p:ph type="sldNum" sz="quarter" idx="4"/>
          </p:nvPr>
        </p:nvSpPr>
        <p:spPr>
          <a:xfrm>
            <a:off x="6656884" y="4767263"/>
            <a:ext cx="2057400" cy="274637"/>
          </a:xfrm>
          <a:prstGeom prst="rect">
            <a:avLst/>
          </a:prstGeom>
        </p:spPr>
        <p:txBody>
          <a:bodyPr vert="horz" lIns="91440" tIns="45720" rIns="91440" bIns="45720" rtlCol="0" anchor="ctr"/>
          <a:lstStyle>
            <a:lvl1pPr algn="r">
              <a:defRPr sz="1200">
                <a:solidFill>
                  <a:schemeClr val="tx1">
                    <a:tint val="82000"/>
                  </a:schemeClr>
                </a:solidFill>
              </a:defRPr>
            </a:lvl1pPr>
          </a:lstStyle>
          <a:p>
            <a:fld id="{55DDBC63-AA34-4C27-924A-AC3A8202F7BB}" type="slidenum">
              <a:rPr lang="fr-CA" smtClean="0"/>
              <a:t>10</a:t>
            </a:fld>
            <a:endParaRPr lang="fr-CA"/>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3"/>
          </p:nvPr>
        </p:nvSpPr>
        <p:spPr/>
        <p:txBody>
          <a:bodyPr wrap="square"/>
          <a:lstStyle/>
          <a:p>
            <a:pPr marL="0" indent="0"/>
            <a:r>
              <a:rPr sz="2400" b="1">
                <a:solidFill>
                  <a:srgbClr val="FFFFFF"/>
                </a:solidFill>
                <a:latin typeface="Segoe UI Semibold"/>
              </a:rPr>
              <a:t>Un diseño híbrido de tipo 2</a:t>
            </a:r>
          </a:p>
        </p:txBody>
      </p:sp>
      <p:sp>
        <p:nvSpPr>
          <p:cNvPr id="4" name="Text Placeholder 3"/>
          <p:cNvSpPr>
            <a:spLocks noGrp="1"/>
          </p:cNvSpPr>
          <p:nvPr>
            <p:ph type="body" sz="quarter" idx="14"/>
          </p:nvPr>
        </p:nvSpPr>
        <p:spPr/>
        <p:txBody>
          <a:bodyPr wrap="square">
            <a:normAutofit fontScale="77500" lnSpcReduction="20000"/>
          </a:bodyPr>
          <a:lstStyle/>
          <a:p>
            <a:pPr marL="0" indent="0"/>
            <a:r>
              <a:rPr sz="800">
                <a:solidFill>
                  <a:srgbClr val="4C4C61"/>
                </a:solidFill>
                <a:latin typeface="Segoe UI"/>
              </a:rPr>
              <a:t>C.A.R.T.O.S.  ·  CALASS 2026</a:t>
            </a:r>
          </a:p>
        </p:txBody>
      </p:sp>
      <p:sp>
        <p:nvSpPr>
          <p:cNvPr id="13" name="Espace réservé du numéro de diapositive 5">
            <a:extLst>
              <a:ext uri="{FF2B5EF4-FFF2-40B4-BE49-F238E27FC236}">
                <a16:creationId xmlns:a16="http://schemas.microsoft.com/office/drawing/2014/main" id="{B5A4DF54-1696-4D83-DEDD-F8DE736AE245}"/>
              </a:ext>
            </a:extLst>
          </p:cNvPr>
          <p:cNvSpPr>
            <a:spLocks noGrp="1"/>
          </p:cNvSpPr>
          <p:nvPr>
            <p:ph type="sldNum" sz="quarter" idx="4"/>
          </p:nvPr>
        </p:nvSpPr>
        <p:spPr>
          <a:xfrm>
            <a:off x="6656884" y="4747021"/>
            <a:ext cx="2057400" cy="274637"/>
          </a:xfrm>
          <a:prstGeom prst="rect">
            <a:avLst/>
          </a:prstGeom>
        </p:spPr>
        <p:txBody>
          <a:bodyPr vert="horz" lIns="91440" tIns="45720" rIns="91440" bIns="45720" rtlCol="0" anchor="ctr"/>
          <a:lstStyle>
            <a:lvl1pPr algn="r">
              <a:defRPr sz="1200">
                <a:solidFill>
                  <a:schemeClr val="tx1"/>
                </a:solidFill>
              </a:defRPr>
            </a:lvl1pPr>
          </a:lstStyle>
          <a:p>
            <a:fld id="{A7D211A3-7575-492B-8E98-5F9B497A4866}" type="slidenum">
              <a:rPr lang="fr-CA" smtClean="0"/>
              <a:pPr/>
              <a:t>11</a:t>
            </a:fld>
            <a:endParaRPr lang="fr-CA" dirty="0"/>
          </a:p>
        </p:txBody>
      </p:sp>
      <p:sp>
        <p:nvSpPr>
          <p:cNvPr id="14" name="Rounded Rectangle 13"/>
          <p:cNvSpPr/>
          <p:nvPr/>
        </p:nvSpPr>
        <p:spPr>
          <a:xfrm>
            <a:off x="630936" y="1325880"/>
            <a:ext cx="3813048" cy="1828800"/>
          </a:xfrm>
          <a:prstGeom prst="roundRect">
            <a:avLst>
              <a:gd name="adj" fmla="val 8000"/>
            </a:avLst>
          </a:prstGeom>
          <a:solidFill>
            <a:srgbClr val="E8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5" name="Picture 14" descr="crochet_cercle.png"/>
          <p:cNvPicPr>
            <a:picLocks noChangeAspect="1"/>
          </p:cNvPicPr>
          <p:nvPr/>
        </p:nvPicPr>
        <p:blipFill>
          <a:blip r:embed="rId3"/>
          <a:stretch>
            <a:fillRect/>
          </a:stretch>
        </p:blipFill>
        <p:spPr>
          <a:xfrm>
            <a:off x="886968" y="1517904"/>
            <a:ext cx="384048" cy="384048"/>
          </a:xfrm>
          <a:prstGeom prst="rect">
            <a:avLst/>
          </a:prstGeom>
        </p:spPr>
      </p:pic>
      <p:sp>
        <p:nvSpPr>
          <p:cNvPr id="16" name="TextBox 15"/>
          <p:cNvSpPr txBox="1"/>
          <p:nvPr/>
        </p:nvSpPr>
        <p:spPr>
          <a:xfrm>
            <a:off x="1408176" y="1517904"/>
            <a:ext cx="2807208" cy="384048"/>
          </a:xfrm>
          <a:prstGeom prst="rect">
            <a:avLst/>
          </a:prstGeom>
          <a:noFill/>
        </p:spPr>
        <p:txBody>
          <a:bodyPr wrap="square" lIns="0" tIns="0" rIns="0" bIns="0" anchor="ctr">
            <a:spAutoFit/>
          </a:bodyPr>
          <a:lstStyle/>
          <a:p>
            <a:pPr marL="0" indent="0" algn="l">
              <a:lnSpc>
                <a:spcPct val="95000"/>
              </a:lnSpc>
            </a:pPr>
            <a:r>
              <a:rPr sz="1250" b="1">
                <a:solidFill>
                  <a:srgbClr val="059954"/>
                </a:solidFill>
                <a:latin typeface="Segoe UI Semibold"/>
              </a:rPr>
              <a:t>Efectividad</a:t>
            </a:r>
          </a:p>
        </p:txBody>
      </p:sp>
      <p:sp>
        <p:nvSpPr>
          <p:cNvPr id="17" name="TextBox 16"/>
          <p:cNvSpPr txBox="1"/>
          <p:nvPr/>
        </p:nvSpPr>
        <p:spPr>
          <a:xfrm>
            <a:off x="886968" y="2029968"/>
            <a:ext cx="3300984" cy="1005840"/>
          </a:xfrm>
          <a:prstGeom prst="rect">
            <a:avLst/>
          </a:prstGeom>
          <a:noFill/>
        </p:spPr>
        <p:txBody>
          <a:bodyPr wrap="square" lIns="0" tIns="0" rIns="0" bIns="0" anchor="t">
            <a:spAutoFit/>
          </a:bodyPr>
          <a:lstStyle/>
          <a:p>
            <a:pPr marL="0" indent="0" algn="l">
              <a:lnSpc>
                <a:spcPct val="105000"/>
              </a:lnSpc>
              <a:spcAft>
                <a:spcPts val="600"/>
              </a:spcAft>
            </a:pPr>
            <a:r>
              <a:rPr sz="1050" b="1">
                <a:solidFill>
                  <a:srgbClr val="170A72"/>
                </a:solidFill>
                <a:latin typeface="Segoe UI"/>
              </a:rPr>
              <a:t>¿Los esquemas se vuelven realmente más favorables a la salud?</a:t>
            </a:r>
          </a:p>
          <a:p>
            <a:pPr marL="0" indent="0" algn="l">
              <a:lnSpc>
                <a:spcPct val="105000"/>
              </a:lnSpc>
            </a:pPr>
            <a:r>
              <a:rPr sz="950">
                <a:solidFill>
                  <a:srgbClr val="4C4C61"/>
                </a:solidFill>
                <a:latin typeface="Segoe UI"/>
              </a:rPr>
              <a:t>Puntuación de los SAD según los seis entornos, por dos evaluadores independientes, antes del enfoque y a su término. La variación T3 – T1 es la medida principal.</a:t>
            </a:r>
          </a:p>
        </p:txBody>
      </p:sp>
      <p:sp>
        <p:nvSpPr>
          <p:cNvPr id="18" name="Rounded Rectangle 17"/>
          <p:cNvSpPr/>
          <p:nvPr/>
        </p:nvSpPr>
        <p:spPr>
          <a:xfrm>
            <a:off x="4700016" y="1325880"/>
            <a:ext cx="3813048" cy="1828800"/>
          </a:xfrm>
          <a:prstGeom prst="roundRect">
            <a:avLst>
              <a:gd name="adj" fmla="val 8000"/>
            </a:avLst>
          </a:prstGeom>
          <a:solidFill>
            <a:srgbClr val="E8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9" name="Picture 18" descr="engrenage.png"/>
          <p:cNvPicPr>
            <a:picLocks noChangeAspect="1"/>
          </p:cNvPicPr>
          <p:nvPr/>
        </p:nvPicPr>
        <p:blipFill>
          <a:blip r:embed="rId4"/>
          <a:stretch>
            <a:fillRect/>
          </a:stretch>
        </p:blipFill>
        <p:spPr>
          <a:xfrm>
            <a:off x="4956048" y="1517904"/>
            <a:ext cx="384048" cy="384048"/>
          </a:xfrm>
          <a:prstGeom prst="rect">
            <a:avLst/>
          </a:prstGeom>
        </p:spPr>
      </p:pic>
      <p:sp>
        <p:nvSpPr>
          <p:cNvPr id="20" name="TextBox 19"/>
          <p:cNvSpPr txBox="1"/>
          <p:nvPr/>
        </p:nvSpPr>
        <p:spPr>
          <a:xfrm>
            <a:off x="5477256" y="1517904"/>
            <a:ext cx="2807208" cy="384048"/>
          </a:xfrm>
          <a:prstGeom prst="rect">
            <a:avLst/>
          </a:prstGeom>
          <a:noFill/>
        </p:spPr>
        <p:txBody>
          <a:bodyPr wrap="square" lIns="0" tIns="0" rIns="0" bIns="0" anchor="ctr">
            <a:spAutoFit/>
          </a:bodyPr>
          <a:lstStyle/>
          <a:p>
            <a:pPr marL="0" indent="0" algn="l">
              <a:lnSpc>
                <a:spcPct val="95000"/>
              </a:lnSpc>
            </a:pPr>
            <a:r>
              <a:rPr sz="1250" b="1">
                <a:solidFill>
                  <a:srgbClr val="0080D7"/>
                </a:solidFill>
                <a:latin typeface="Segoe UI Semibold"/>
              </a:rPr>
              <a:t>Implementación</a:t>
            </a:r>
          </a:p>
        </p:txBody>
      </p:sp>
      <p:sp>
        <p:nvSpPr>
          <p:cNvPr id="21" name="TextBox 20"/>
          <p:cNvSpPr txBox="1"/>
          <p:nvPr/>
        </p:nvSpPr>
        <p:spPr>
          <a:xfrm>
            <a:off x="4956048" y="2029968"/>
            <a:ext cx="3300984" cy="1005840"/>
          </a:xfrm>
          <a:prstGeom prst="rect">
            <a:avLst/>
          </a:prstGeom>
          <a:noFill/>
        </p:spPr>
        <p:txBody>
          <a:bodyPr wrap="square" lIns="0" tIns="0" rIns="0" bIns="0" anchor="t">
            <a:spAutoFit/>
          </a:bodyPr>
          <a:lstStyle/>
          <a:p>
            <a:pPr marL="0" indent="0" algn="l">
              <a:lnSpc>
                <a:spcPct val="105000"/>
              </a:lnSpc>
              <a:spcAft>
                <a:spcPts val="600"/>
              </a:spcAft>
            </a:pPr>
            <a:r>
              <a:rPr sz="1050" b="1">
                <a:solidFill>
                  <a:srgbClr val="170A72"/>
                </a:solidFill>
                <a:latin typeface="Segoe UI"/>
              </a:rPr>
              <a:t>¿Qué hace que el enfoque se implante — o no?</a:t>
            </a:r>
          </a:p>
          <a:p>
            <a:pPr marL="0" indent="0" algn="l">
              <a:lnSpc>
                <a:spcPct val="105000"/>
              </a:lnSpc>
            </a:pPr>
            <a:r>
              <a:rPr sz="950">
                <a:solidFill>
                  <a:srgbClr val="4C4C61"/>
                </a:solidFill>
                <a:latin typeface="Segoe UI"/>
              </a:rPr>
              <a:t>Adopción, adaptaciones, obstáculos y sostenibilidad documentados en cada MRC, y luego comparados entre territorios.</a:t>
            </a:r>
          </a:p>
        </p:txBody>
      </p:sp>
      <p:sp>
        <p:nvSpPr>
          <p:cNvPr id="22" name="Rounded Rectangle 21"/>
          <p:cNvSpPr/>
          <p:nvPr/>
        </p:nvSpPr>
        <p:spPr>
          <a:xfrm>
            <a:off x="630936" y="3310128"/>
            <a:ext cx="2481071" cy="731520"/>
          </a:xfrm>
          <a:prstGeom prst="roundRect">
            <a:avLst>
              <a:gd name="adj" fmla="val 20000"/>
            </a:avLst>
          </a:prstGeom>
          <a:solidFill>
            <a:srgbClr val="170A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795527" y="3310128"/>
            <a:ext cx="2151887" cy="731520"/>
          </a:xfrm>
          <a:prstGeom prst="rect">
            <a:avLst/>
          </a:prstGeom>
          <a:noFill/>
        </p:spPr>
        <p:txBody>
          <a:bodyPr wrap="square" lIns="0" tIns="0" rIns="0" bIns="0" anchor="ctr">
            <a:spAutoFit/>
          </a:bodyPr>
          <a:lstStyle/>
          <a:p>
            <a:pPr marL="0" indent="0" algn="ctr">
              <a:lnSpc>
                <a:spcPct val="100000"/>
              </a:lnSpc>
            </a:pPr>
            <a:r>
              <a:rPr sz="1150" b="1">
                <a:solidFill>
                  <a:srgbClr val="FFFFFF"/>
                </a:solidFill>
                <a:latin typeface="Segoe UI"/>
              </a:rPr>
              <a:t>4   casos — cuatro MRC</a:t>
            </a:r>
          </a:p>
        </p:txBody>
      </p:sp>
      <p:sp>
        <p:nvSpPr>
          <p:cNvPr id="24" name="Rounded Rectangle 23"/>
          <p:cNvSpPr/>
          <p:nvPr/>
        </p:nvSpPr>
        <p:spPr>
          <a:xfrm>
            <a:off x="3331464" y="3310128"/>
            <a:ext cx="2481071" cy="731520"/>
          </a:xfrm>
          <a:prstGeom prst="roundRect">
            <a:avLst>
              <a:gd name="adj" fmla="val 20000"/>
            </a:avLst>
          </a:prstGeom>
          <a:solidFill>
            <a:srgbClr val="170A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3496056" y="3310128"/>
            <a:ext cx="2151887" cy="731520"/>
          </a:xfrm>
          <a:prstGeom prst="rect">
            <a:avLst/>
          </a:prstGeom>
          <a:noFill/>
        </p:spPr>
        <p:txBody>
          <a:bodyPr wrap="square" lIns="0" tIns="0" rIns="0" bIns="0" anchor="ctr">
            <a:spAutoFit/>
          </a:bodyPr>
          <a:lstStyle/>
          <a:p>
            <a:pPr marL="0" indent="0" algn="ctr">
              <a:lnSpc>
                <a:spcPct val="100000"/>
              </a:lnSpc>
            </a:pPr>
            <a:r>
              <a:rPr sz="1150" b="1">
                <a:solidFill>
                  <a:srgbClr val="FFFFFF"/>
                </a:solidFill>
                <a:latin typeface="Segoe UI"/>
              </a:rPr>
              <a:t>3   tiempos de medición</a:t>
            </a:r>
          </a:p>
        </p:txBody>
      </p:sp>
      <p:sp>
        <p:nvSpPr>
          <p:cNvPr id="26" name="Rounded Rectangle 25"/>
          <p:cNvSpPr/>
          <p:nvPr/>
        </p:nvSpPr>
        <p:spPr>
          <a:xfrm>
            <a:off x="6031991" y="3310128"/>
            <a:ext cx="2481071" cy="731520"/>
          </a:xfrm>
          <a:prstGeom prst="roundRect">
            <a:avLst>
              <a:gd name="adj" fmla="val 20000"/>
            </a:avLst>
          </a:prstGeom>
          <a:solidFill>
            <a:srgbClr val="170A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6196583" y="3310128"/>
            <a:ext cx="2151887" cy="731520"/>
          </a:xfrm>
          <a:prstGeom prst="rect">
            <a:avLst/>
          </a:prstGeom>
          <a:noFill/>
        </p:spPr>
        <p:txBody>
          <a:bodyPr wrap="square" lIns="0" tIns="0" rIns="0" bIns="0" anchor="ctr">
            <a:spAutoFit/>
          </a:bodyPr>
          <a:lstStyle/>
          <a:p>
            <a:pPr marL="0" indent="0" algn="ctr">
              <a:lnSpc>
                <a:spcPct val="100000"/>
              </a:lnSpc>
            </a:pPr>
            <a:r>
              <a:rPr sz="1150" b="1">
                <a:solidFill>
                  <a:srgbClr val="FFFFFF"/>
                </a:solidFill>
                <a:latin typeface="Segoe UI"/>
              </a:rPr>
              <a:t>2   niveles de análisis</a:t>
            </a:r>
          </a:p>
        </p:txBody>
      </p:sp>
      <p:sp>
        <p:nvSpPr>
          <p:cNvPr id="28" name="TextBox 27"/>
          <p:cNvSpPr txBox="1"/>
          <p:nvPr/>
        </p:nvSpPr>
        <p:spPr>
          <a:xfrm>
            <a:off x="630936" y="4206240"/>
            <a:ext cx="7882127" cy="274320"/>
          </a:xfrm>
          <a:prstGeom prst="rect">
            <a:avLst/>
          </a:prstGeom>
          <a:noFill/>
        </p:spPr>
        <p:txBody>
          <a:bodyPr wrap="square" lIns="0" tIns="0" rIns="0" bIns="0" anchor="t">
            <a:spAutoFit/>
          </a:bodyPr>
          <a:lstStyle/>
          <a:p>
            <a:pPr marL="0" indent="0" algn="ctr">
              <a:lnSpc>
                <a:spcPct val="95000"/>
              </a:lnSpc>
            </a:pPr>
            <a:r>
              <a:rPr sz="900" i="1">
                <a:solidFill>
                  <a:srgbClr val="4C4C61"/>
                </a:solidFill>
                <a:latin typeface="Segoe UI"/>
              </a:rPr>
              <a:t>Diseño exploratorio: no se busca potencia estadística — es la comparación entre casos la que sostiene el razonamiento.</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3"/>
          </p:nvPr>
        </p:nvSpPr>
        <p:spPr/>
        <p:txBody>
          <a:bodyPr wrap="square"/>
          <a:lstStyle/>
          <a:p>
            <a:pPr marL="0" indent="0"/>
            <a:r>
              <a:rPr sz="2400" b="1">
                <a:solidFill>
                  <a:srgbClr val="FFFFFF"/>
                </a:solidFill>
                <a:latin typeface="Segoe UI Semibold"/>
              </a:rPr>
              <a:t>Marcos de evaluación e instrumentos</a:t>
            </a:r>
          </a:p>
        </p:txBody>
      </p:sp>
      <p:sp>
        <p:nvSpPr>
          <p:cNvPr id="4" name="Text Placeholder 3"/>
          <p:cNvSpPr>
            <a:spLocks noGrp="1"/>
          </p:cNvSpPr>
          <p:nvPr>
            <p:ph type="body" sz="quarter" idx="14"/>
          </p:nvPr>
        </p:nvSpPr>
        <p:spPr/>
        <p:txBody>
          <a:bodyPr wrap="square">
            <a:normAutofit fontScale="77500" lnSpcReduction="20000"/>
          </a:bodyPr>
          <a:lstStyle/>
          <a:p>
            <a:pPr marL="0" indent="0"/>
            <a:r>
              <a:rPr sz="800">
                <a:solidFill>
                  <a:srgbClr val="4C4C61"/>
                </a:solidFill>
                <a:latin typeface="Segoe UI"/>
              </a:rPr>
              <a:t>C.A.R.T.O.S.  ·  CALASS 2026</a:t>
            </a:r>
          </a:p>
        </p:txBody>
      </p:sp>
      <p:sp>
        <p:nvSpPr>
          <p:cNvPr id="13" name="Espace réservé du numéro de diapositive 5">
            <a:extLst>
              <a:ext uri="{FF2B5EF4-FFF2-40B4-BE49-F238E27FC236}">
                <a16:creationId xmlns:a16="http://schemas.microsoft.com/office/drawing/2014/main" id="{B5A4DF54-1696-4D83-DEDD-F8DE736AE245}"/>
              </a:ext>
            </a:extLst>
          </p:cNvPr>
          <p:cNvSpPr>
            <a:spLocks noGrp="1"/>
          </p:cNvSpPr>
          <p:nvPr>
            <p:ph type="sldNum" sz="quarter" idx="4"/>
          </p:nvPr>
        </p:nvSpPr>
        <p:spPr>
          <a:xfrm>
            <a:off x="6656884" y="4747021"/>
            <a:ext cx="2057400" cy="274637"/>
          </a:xfrm>
          <a:prstGeom prst="rect">
            <a:avLst/>
          </a:prstGeom>
        </p:spPr>
        <p:txBody>
          <a:bodyPr vert="horz" lIns="91440" tIns="45720" rIns="91440" bIns="45720" rtlCol="0" anchor="ctr"/>
          <a:lstStyle>
            <a:lvl1pPr algn="r">
              <a:defRPr sz="1200">
                <a:solidFill>
                  <a:schemeClr val="tx1"/>
                </a:solidFill>
              </a:defRPr>
            </a:lvl1pPr>
          </a:lstStyle>
          <a:p>
            <a:fld id="{A7D211A3-7575-492B-8E98-5F9B497A4866}" type="slidenum">
              <a:rPr lang="fr-CA" smtClean="0"/>
              <a:pPr/>
              <a:t>12</a:t>
            </a:fld>
            <a:endParaRPr lang="fr-CA" dirty="0"/>
          </a:p>
        </p:txBody>
      </p:sp>
      <p:sp>
        <p:nvSpPr>
          <p:cNvPr id="14" name="Rounded Rectangle 13"/>
          <p:cNvSpPr/>
          <p:nvPr/>
        </p:nvSpPr>
        <p:spPr>
          <a:xfrm>
            <a:off x="630936" y="1298448"/>
            <a:ext cx="3813048" cy="1188720"/>
          </a:xfrm>
          <a:prstGeom prst="roundRect">
            <a:avLst>
              <a:gd name="adj" fmla="val 8000"/>
            </a:avLst>
          </a:prstGeom>
          <a:solidFill>
            <a:srgbClr val="E8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5" name="Picture 14" descr="loupe.png"/>
          <p:cNvPicPr>
            <a:picLocks noChangeAspect="1"/>
          </p:cNvPicPr>
          <p:nvPr/>
        </p:nvPicPr>
        <p:blipFill>
          <a:blip r:embed="rId3"/>
          <a:stretch>
            <a:fillRect/>
          </a:stretch>
        </p:blipFill>
        <p:spPr>
          <a:xfrm>
            <a:off x="886968" y="1481328"/>
            <a:ext cx="384048" cy="384048"/>
          </a:xfrm>
          <a:prstGeom prst="rect">
            <a:avLst/>
          </a:prstGeom>
        </p:spPr>
      </p:pic>
      <p:sp>
        <p:nvSpPr>
          <p:cNvPr id="16" name="TextBox 15"/>
          <p:cNvSpPr txBox="1"/>
          <p:nvPr/>
        </p:nvSpPr>
        <p:spPr>
          <a:xfrm>
            <a:off x="1408176" y="1444752"/>
            <a:ext cx="2807208" cy="914400"/>
          </a:xfrm>
          <a:prstGeom prst="rect">
            <a:avLst/>
          </a:prstGeom>
          <a:noFill/>
        </p:spPr>
        <p:txBody>
          <a:bodyPr wrap="square" lIns="0" tIns="0" rIns="0" bIns="0" anchor="t">
            <a:spAutoFit/>
          </a:bodyPr>
          <a:lstStyle/>
          <a:p>
            <a:pPr marL="0" indent="0" algn="l">
              <a:lnSpc>
                <a:spcPct val="95000"/>
              </a:lnSpc>
              <a:spcAft>
                <a:spcPts val="500"/>
              </a:spcAft>
            </a:pPr>
            <a:r>
              <a:rPr sz="1250" b="1">
                <a:solidFill>
                  <a:srgbClr val="170A72"/>
                </a:solidFill>
                <a:latin typeface="Segoe UI Semibold"/>
              </a:rPr>
              <a:t>RE-AIM / PRISM</a:t>
            </a:r>
          </a:p>
          <a:p>
            <a:pPr marL="0" indent="0" algn="l">
              <a:lnSpc>
                <a:spcPct val="105000"/>
              </a:lnSpc>
            </a:pPr>
            <a:r>
              <a:rPr sz="950">
                <a:solidFill>
                  <a:srgbClr val="4C4C61"/>
                </a:solidFill>
                <a:latin typeface="Segoe UI"/>
              </a:rPr>
              <a:t>Alcance, efectividad, adopción, implementación, mantenimiento — y el contexto multinivel que los explica.</a:t>
            </a:r>
          </a:p>
        </p:txBody>
      </p:sp>
      <p:sp>
        <p:nvSpPr>
          <p:cNvPr id="17" name="Rounded Rectangle 16"/>
          <p:cNvSpPr/>
          <p:nvPr/>
        </p:nvSpPr>
        <p:spPr>
          <a:xfrm>
            <a:off x="4700016" y="1298448"/>
            <a:ext cx="3813048" cy="1188720"/>
          </a:xfrm>
          <a:prstGeom prst="roundRect">
            <a:avLst>
              <a:gd name="adj" fmla="val 8000"/>
            </a:avLst>
          </a:prstGeom>
          <a:solidFill>
            <a:srgbClr val="E8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8" name="Picture 17" descr="gabarits.png"/>
          <p:cNvPicPr>
            <a:picLocks noChangeAspect="1"/>
          </p:cNvPicPr>
          <p:nvPr/>
        </p:nvPicPr>
        <p:blipFill>
          <a:blip r:embed="rId4"/>
          <a:stretch>
            <a:fillRect/>
          </a:stretch>
        </p:blipFill>
        <p:spPr>
          <a:xfrm>
            <a:off x="4956048" y="1481328"/>
            <a:ext cx="384048" cy="384048"/>
          </a:xfrm>
          <a:prstGeom prst="rect">
            <a:avLst/>
          </a:prstGeom>
        </p:spPr>
      </p:pic>
      <p:sp>
        <p:nvSpPr>
          <p:cNvPr id="19" name="TextBox 18"/>
          <p:cNvSpPr txBox="1"/>
          <p:nvPr/>
        </p:nvSpPr>
        <p:spPr>
          <a:xfrm>
            <a:off x="5477256" y="1444752"/>
            <a:ext cx="2807208" cy="914400"/>
          </a:xfrm>
          <a:prstGeom prst="rect">
            <a:avLst/>
          </a:prstGeom>
          <a:noFill/>
        </p:spPr>
        <p:txBody>
          <a:bodyPr wrap="square" lIns="0" tIns="0" rIns="0" bIns="0" anchor="t">
            <a:spAutoFit/>
          </a:bodyPr>
          <a:lstStyle/>
          <a:p>
            <a:pPr marL="0" indent="0" algn="l">
              <a:lnSpc>
                <a:spcPct val="95000"/>
              </a:lnSpc>
              <a:spcAft>
                <a:spcPts val="500"/>
              </a:spcAft>
            </a:pPr>
            <a:r>
              <a:rPr sz="1250" b="1">
                <a:solidFill>
                  <a:srgbClr val="170A72"/>
                </a:solidFill>
                <a:latin typeface="Segoe UI Semibold"/>
              </a:rPr>
              <a:t>Estructura – proceso – resultado</a:t>
            </a:r>
          </a:p>
          <a:p>
            <a:pPr marL="0" indent="0" algn="l">
              <a:lnSpc>
                <a:spcPct val="105000"/>
              </a:lnSpc>
            </a:pPr>
            <a:r>
              <a:rPr sz="950">
                <a:solidFill>
                  <a:srgbClr val="4C4C61"/>
                </a:solidFill>
                <a:latin typeface="Segoe UI"/>
              </a:rPr>
              <a:t>El modelo de Donabedian sirve de hilo conductor de la síntesis entre casos y de las inferencias mixtas.</a:t>
            </a:r>
          </a:p>
        </p:txBody>
      </p:sp>
      <p:sp>
        <p:nvSpPr>
          <p:cNvPr id="20" name="TextBox 19"/>
          <p:cNvSpPr txBox="1"/>
          <p:nvPr/>
        </p:nvSpPr>
        <p:spPr>
          <a:xfrm>
            <a:off x="630936" y="2633472"/>
            <a:ext cx="7882127" cy="256032"/>
          </a:xfrm>
          <a:prstGeom prst="rect">
            <a:avLst/>
          </a:prstGeom>
          <a:noFill/>
        </p:spPr>
        <p:txBody>
          <a:bodyPr wrap="square" lIns="0" tIns="0" rIns="0" bIns="0" anchor="t">
            <a:spAutoFit/>
          </a:bodyPr>
          <a:lstStyle/>
          <a:p>
            <a:pPr marL="0" indent="0" algn="l">
              <a:lnSpc>
                <a:spcPct val="95000"/>
              </a:lnSpc>
            </a:pPr>
            <a:r>
              <a:rPr sz="1100" b="1">
                <a:solidFill>
                  <a:srgbClr val="08A0A0"/>
                </a:solidFill>
                <a:latin typeface="Segoe UI Semibold"/>
              </a:rPr>
              <a:t>Cinco fuentes de datos</a:t>
            </a:r>
          </a:p>
        </p:txBody>
      </p:sp>
      <p:sp>
        <p:nvSpPr>
          <p:cNvPr id="21" name="Rounded Rectangle 20"/>
          <p:cNvSpPr/>
          <p:nvPr/>
        </p:nvSpPr>
        <p:spPr>
          <a:xfrm>
            <a:off x="630936" y="2971800"/>
            <a:ext cx="1459382" cy="1325880"/>
          </a:xfrm>
          <a:prstGeom prst="roundRect">
            <a:avLst>
              <a:gd name="adj" fmla="val 8000"/>
            </a:avLst>
          </a:prstGeom>
          <a:solidFill>
            <a:srgbClr val="E8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2" name="Picture 21" descr="documents.png"/>
          <p:cNvPicPr>
            <a:picLocks noChangeAspect="1"/>
          </p:cNvPicPr>
          <p:nvPr/>
        </p:nvPicPr>
        <p:blipFill>
          <a:blip r:embed="rId5"/>
          <a:stretch>
            <a:fillRect/>
          </a:stretch>
        </p:blipFill>
        <p:spPr>
          <a:xfrm>
            <a:off x="777240" y="3127248"/>
            <a:ext cx="347472" cy="347472"/>
          </a:xfrm>
          <a:prstGeom prst="rect">
            <a:avLst/>
          </a:prstGeom>
        </p:spPr>
      </p:pic>
      <p:sp>
        <p:nvSpPr>
          <p:cNvPr id="23" name="TextBox 22"/>
          <p:cNvSpPr txBox="1"/>
          <p:nvPr/>
        </p:nvSpPr>
        <p:spPr>
          <a:xfrm>
            <a:off x="777240" y="3566160"/>
            <a:ext cx="1166774" cy="658368"/>
          </a:xfrm>
          <a:prstGeom prst="rect">
            <a:avLst/>
          </a:prstGeom>
          <a:noFill/>
        </p:spPr>
        <p:txBody>
          <a:bodyPr wrap="square" lIns="0" tIns="0" rIns="0" bIns="0" anchor="t">
            <a:spAutoFit/>
          </a:bodyPr>
          <a:lstStyle/>
          <a:p>
            <a:pPr marL="0" indent="0" algn="l">
              <a:lnSpc>
                <a:spcPct val="100000"/>
              </a:lnSpc>
              <a:spcAft>
                <a:spcPts val="300"/>
              </a:spcAft>
            </a:pPr>
            <a:r>
              <a:rPr sz="950" b="1">
                <a:solidFill>
                  <a:srgbClr val="170A72"/>
                </a:solidFill>
                <a:latin typeface="Segoe UI Semibold"/>
              </a:rPr>
              <a:t>Puntuación de los SAD</a:t>
            </a:r>
          </a:p>
          <a:p>
            <a:pPr marL="0" indent="0" algn="l">
              <a:lnSpc>
                <a:spcPct val="100000"/>
              </a:lnSpc>
            </a:pPr>
            <a:r>
              <a:rPr sz="850">
                <a:solidFill>
                  <a:srgbClr val="4C4C61"/>
                </a:solidFill>
                <a:latin typeface="Segoe UI"/>
              </a:rPr>
              <a:t>doble evaluación, kappa ponderado</a:t>
            </a:r>
          </a:p>
        </p:txBody>
      </p:sp>
      <p:sp>
        <p:nvSpPr>
          <p:cNvPr id="24" name="Rounded Rectangle 23"/>
          <p:cNvSpPr/>
          <p:nvPr/>
        </p:nvSpPr>
        <p:spPr>
          <a:xfrm>
            <a:off x="2236622" y="2971800"/>
            <a:ext cx="1459382" cy="1325880"/>
          </a:xfrm>
          <a:prstGeom prst="roundRect">
            <a:avLst>
              <a:gd name="adj" fmla="val 8000"/>
            </a:avLst>
          </a:prstGeom>
          <a:solidFill>
            <a:srgbClr val="E8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5" name="Picture 24" descr="message.png"/>
          <p:cNvPicPr>
            <a:picLocks noChangeAspect="1"/>
          </p:cNvPicPr>
          <p:nvPr/>
        </p:nvPicPr>
        <p:blipFill>
          <a:blip r:embed="rId6"/>
          <a:stretch>
            <a:fillRect/>
          </a:stretch>
        </p:blipFill>
        <p:spPr>
          <a:xfrm>
            <a:off x="2382926" y="3127248"/>
            <a:ext cx="347472" cy="347472"/>
          </a:xfrm>
          <a:prstGeom prst="rect">
            <a:avLst/>
          </a:prstGeom>
        </p:spPr>
      </p:pic>
      <p:sp>
        <p:nvSpPr>
          <p:cNvPr id="26" name="TextBox 25"/>
          <p:cNvSpPr txBox="1"/>
          <p:nvPr/>
        </p:nvSpPr>
        <p:spPr>
          <a:xfrm>
            <a:off x="2382926" y="3566160"/>
            <a:ext cx="1166774" cy="658368"/>
          </a:xfrm>
          <a:prstGeom prst="rect">
            <a:avLst/>
          </a:prstGeom>
          <a:noFill/>
        </p:spPr>
        <p:txBody>
          <a:bodyPr wrap="square" lIns="0" tIns="0" rIns="0" bIns="0" anchor="t">
            <a:spAutoFit/>
          </a:bodyPr>
          <a:lstStyle/>
          <a:p>
            <a:pPr marL="0" indent="0" algn="l">
              <a:lnSpc>
                <a:spcPct val="100000"/>
              </a:lnSpc>
              <a:spcAft>
                <a:spcPts val="300"/>
              </a:spcAft>
            </a:pPr>
            <a:r>
              <a:rPr sz="950" b="1">
                <a:solidFill>
                  <a:srgbClr val="170A72"/>
                </a:solidFill>
                <a:latin typeface="Segoe UI Semibold"/>
              </a:rPr>
              <a:t>Entrevistas</a:t>
            </a:r>
          </a:p>
          <a:p>
            <a:pPr marL="0" indent="0" algn="l">
              <a:lnSpc>
                <a:spcPct val="100000"/>
              </a:lnSpc>
            </a:pPr>
            <a:r>
              <a:rPr sz="850">
                <a:solidFill>
                  <a:srgbClr val="4C4C61"/>
                </a:solidFill>
                <a:latin typeface="Segoe UI"/>
              </a:rPr>
              <a:t>semiestructuradas, método framework</a:t>
            </a:r>
          </a:p>
        </p:txBody>
      </p:sp>
      <p:sp>
        <p:nvSpPr>
          <p:cNvPr id="27" name="Rounded Rectangle 26"/>
          <p:cNvSpPr/>
          <p:nvPr/>
        </p:nvSpPr>
        <p:spPr>
          <a:xfrm>
            <a:off x="3842308" y="2971800"/>
            <a:ext cx="1459382" cy="1325880"/>
          </a:xfrm>
          <a:prstGeom prst="roundRect">
            <a:avLst>
              <a:gd name="adj" fmla="val 8000"/>
            </a:avLst>
          </a:prstGeom>
          <a:solidFill>
            <a:srgbClr val="E8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8" name="Picture 27" descr="interaction.png"/>
          <p:cNvPicPr>
            <a:picLocks noChangeAspect="1"/>
          </p:cNvPicPr>
          <p:nvPr/>
        </p:nvPicPr>
        <p:blipFill>
          <a:blip r:embed="rId7"/>
          <a:stretch>
            <a:fillRect/>
          </a:stretch>
        </p:blipFill>
        <p:spPr>
          <a:xfrm>
            <a:off x="3988612" y="3127248"/>
            <a:ext cx="347472" cy="347472"/>
          </a:xfrm>
          <a:prstGeom prst="rect">
            <a:avLst/>
          </a:prstGeom>
        </p:spPr>
      </p:pic>
      <p:sp>
        <p:nvSpPr>
          <p:cNvPr id="29" name="TextBox 28"/>
          <p:cNvSpPr txBox="1"/>
          <p:nvPr/>
        </p:nvSpPr>
        <p:spPr>
          <a:xfrm>
            <a:off x="3988612" y="3566160"/>
            <a:ext cx="1166774" cy="658368"/>
          </a:xfrm>
          <a:prstGeom prst="rect">
            <a:avLst/>
          </a:prstGeom>
          <a:noFill/>
        </p:spPr>
        <p:txBody>
          <a:bodyPr wrap="square" lIns="0" tIns="0" rIns="0" bIns="0" anchor="t">
            <a:spAutoFit/>
          </a:bodyPr>
          <a:lstStyle/>
          <a:p>
            <a:pPr marL="0" indent="0" algn="l">
              <a:lnSpc>
                <a:spcPct val="100000"/>
              </a:lnSpc>
              <a:spcAft>
                <a:spcPts val="300"/>
              </a:spcAft>
            </a:pPr>
            <a:r>
              <a:rPr sz="950" b="1">
                <a:solidFill>
                  <a:srgbClr val="170A72"/>
                </a:solidFill>
                <a:latin typeface="Segoe UI Semibold"/>
              </a:rPr>
              <a:t>AITCS-II</a:t>
            </a:r>
          </a:p>
          <a:p>
            <a:pPr marL="0" indent="0" algn="l">
              <a:lnSpc>
                <a:spcPct val="100000"/>
              </a:lnSpc>
            </a:pPr>
            <a:r>
              <a:rPr sz="850">
                <a:solidFill>
                  <a:srgbClr val="4C4C61"/>
                </a:solidFill>
                <a:latin typeface="Segoe UI"/>
              </a:rPr>
              <a:t>colaboración interprofesional</a:t>
            </a:r>
          </a:p>
        </p:txBody>
      </p:sp>
      <p:sp>
        <p:nvSpPr>
          <p:cNvPr id="30" name="Rounded Rectangle 29"/>
          <p:cNvSpPr/>
          <p:nvPr/>
        </p:nvSpPr>
        <p:spPr>
          <a:xfrm>
            <a:off x="5447995" y="2971800"/>
            <a:ext cx="1459382" cy="1325880"/>
          </a:xfrm>
          <a:prstGeom prst="roundRect">
            <a:avLst>
              <a:gd name="adj" fmla="val 8000"/>
            </a:avLst>
          </a:prstGeom>
          <a:solidFill>
            <a:srgbClr val="E8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31" name="Picture 30" descr="usager_au_centre.png"/>
          <p:cNvPicPr>
            <a:picLocks noChangeAspect="1"/>
          </p:cNvPicPr>
          <p:nvPr/>
        </p:nvPicPr>
        <p:blipFill>
          <a:blip r:embed="rId8"/>
          <a:stretch>
            <a:fillRect/>
          </a:stretch>
        </p:blipFill>
        <p:spPr>
          <a:xfrm>
            <a:off x="5594299" y="3127248"/>
            <a:ext cx="347472" cy="347472"/>
          </a:xfrm>
          <a:prstGeom prst="rect">
            <a:avLst/>
          </a:prstGeom>
        </p:spPr>
      </p:pic>
      <p:sp>
        <p:nvSpPr>
          <p:cNvPr id="32" name="TextBox 31"/>
          <p:cNvSpPr txBox="1"/>
          <p:nvPr/>
        </p:nvSpPr>
        <p:spPr>
          <a:xfrm>
            <a:off x="5594299" y="3566160"/>
            <a:ext cx="1166774" cy="658368"/>
          </a:xfrm>
          <a:prstGeom prst="rect">
            <a:avLst/>
          </a:prstGeom>
          <a:noFill/>
        </p:spPr>
        <p:txBody>
          <a:bodyPr wrap="square" lIns="0" tIns="0" rIns="0" bIns="0" anchor="t">
            <a:spAutoFit/>
          </a:bodyPr>
          <a:lstStyle/>
          <a:p>
            <a:pPr marL="0" indent="0" algn="l">
              <a:lnSpc>
                <a:spcPct val="100000"/>
              </a:lnSpc>
              <a:spcAft>
                <a:spcPts val="300"/>
              </a:spcAft>
            </a:pPr>
            <a:r>
              <a:rPr sz="950" b="1">
                <a:solidFill>
                  <a:srgbClr val="170A72"/>
                </a:solidFill>
                <a:latin typeface="Segoe UI Semibold"/>
              </a:rPr>
              <a:t>PSAT</a:t>
            </a:r>
          </a:p>
          <a:p>
            <a:pPr marL="0" indent="0" algn="l">
              <a:lnSpc>
                <a:spcPct val="100000"/>
              </a:lnSpc>
            </a:pPr>
            <a:r>
              <a:rPr sz="850">
                <a:solidFill>
                  <a:srgbClr val="4C4C61"/>
                </a:solidFill>
                <a:latin typeface="Segoe UI"/>
              </a:rPr>
              <a:t>capacidad de asociación</a:t>
            </a:r>
          </a:p>
        </p:txBody>
      </p:sp>
      <p:sp>
        <p:nvSpPr>
          <p:cNvPr id="33" name="Rounded Rectangle 32"/>
          <p:cNvSpPr/>
          <p:nvPr/>
        </p:nvSpPr>
        <p:spPr>
          <a:xfrm>
            <a:off x="7053681" y="2971800"/>
            <a:ext cx="1459382" cy="1325880"/>
          </a:xfrm>
          <a:prstGeom prst="roundRect">
            <a:avLst>
              <a:gd name="adj" fmla="val 8000"/>
            </a:avLst>
          </a:prstGeom>
          <a:solidFill>
            <a:srgbClr val="E8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34" name="Picture 33" descr="modifier.png"/>
          <p:cNvPicPr>
            <a:picLocks noChangeAspect="1"/>
          </p:cNvPicPr>
          <p:nvPr/>
        </p:nvPicPr>
        <p:blipFill>
          <a:blip r:embed="rId9"/>
          <a:stretch>
            <a:fillRect/>
          </a:stretch>
        </p:blipFill>
        <p:spPr>
          <a:xfrm>
            <a:off x="7199985" y="3127248"/>
            <a:ext cx="347472" cy="347472"/>
          </a:xfrm>
          <a:prstGeom prst="rect">
            <a:avLst/>
          </a:prstGeom>
        </p:spPr>
      </p:pic>
      <p:sp>
        <p:nvSpPr>
          <p:cNvPr id="35" name="TextBox 34"/>
          <p:cNvSpPr txBox="1"/>
          <p:nvPr/>
        </p:nvSpPr>
        <p:spPr>
          <a:xfrm>
            <a:off x="7199985" y="3566160"/>
            <a:ext cx="1166774" cy="658368"/>
          </a:xfrm>
          <a:prstGeom prst="rect">
            <a:avLst/>
          </a:prstGeom>
          <a:noFill/>
        </p:spPr>
        <p:txBody>
          <a:bodyPr wrap="square" lIns="0" tIns="0" rIns="0" bIns="0" anchor="t">
            <a:spAutoFit/>
          </a:bodyPr>
          <a:lstStyle/>
          <a:p>
            <a:pPr marL="0" indent="0" algn="l">
              <a:lnSpc>
                <a:spcPct val="100000"/>
              </a:lnSpc>
              <a:spcAft>
                <a:spcPts val="300"/>
              </a:spcAft>
            </a:pPr>
            <a:r>
              <a:rPr sz="950" b="1">
                <a:solidFill>
                  <a:srgbClr val="170A72"/>
                </a:solidFill>
                <a:latin typeface="Segoe UI Semibold"/>
              </a:rPr>
              <a:t>FRAME</a:t>
            </a:r>
          </a:p>
          <a:p>
            <a:pPr marL="0" indent="0" algn="l">
              <a:lnSpc>
                <a:spcPct val="100000"/>
              </a:lnSpc>
            </a:pPr>
            <a:r>
              <a:rPr sz="850">
                <a:solidFill>
                  <a:srgbClr val="4C4C61"/>
                </a:solidFill>
                <a:latin typeface="Segoe UI"/>
              </a:rPr>
              <a:t>adaptaciones documentadas (FRAME-IS)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3"/>
          </p:nvPr>
        </p:nvSpPr>
        <p:spPr/>
        <p:txBody>
          <a:bodyPr wrap="square"/>
          <a:lstStyle/>
          <a:p>
            <a:pPr marL="0" indent="0"/>
            <a:r>
              <a:rPr sz="2400" b="1">
                <a:solidFill>
                  <a:srgbClr val="FFFFFF"/>
                </a:solidFill>
                <a:latin typeface="Segoe UI Semibold"/>
              </a:rPr>
              <a:t>Cuatro fases, de 2026 a 2028</a:t>
            </a:r>
          </a:p>
        </p:txBody>
      </p:sp>
      <p:sp>
        <p:nvSpPr>
          <p:cNvPr id="4" name="Text Placeholder 3"/>
          <p:cNvSpPr>
            <a:spLocks noGrp="1"/>
          </p:cNvSpPr>
          <p:nvPr>
            <p:ph type="body" sz="quarter" idx="14"/>
          </p:nvPr>
        </p:nvSpPr>
        <p:spPr/>
        <p:txBody>
          <a:bodyPr wrap="square">
            <a:normAutofit fontScale="77500" lnSpcReduction="20000"/>
          </a:bodyPr>
          <a:lstStyle/>
          <a:p>
            <a:pPr marL="0" indent="0"/>
            <a:r>
              <a:rPr sz="800">
                <a:solidFill>
                  <a:srgbClr val="4C4C61"/>
                </a:solidFill>
                <a:latin typeface="Segoe UI"/>
              </a:rPr>
              <a:t>C.A.R.T.O.S.  ·  CALASS 2026</a:t>
            </a:r>
          </a:p>
        </p:txBody>
      </p:sp>
      <p:sp>
        <p:nvSpPr>
          <p:cNvPr id="13" name="Espace réservé du numéro de diapositive 5">
            <a:extLst>
              <a:ext uri="{FF2B5EF4-FFF2-40B4-BE49-F238E27FC236}">
                <a16:creationId xmlns:a16="http://schemas.microsoft.com/office/drawing/2014/main" id="{B5A4DF54-1696-4D83-DEDD-F8DE736AE245}"/>
              </a:ext>
            </a:extLst>
          </p:cNvPr>
          <p:cNvSpPr>
            <a:spLocks noGrp="1"/>
          </p:cNvSpPr>
          <p:nvPr>
            <p:ph type="sldNum" sz="quarter" idx="4"/>
          </p:nvPr>
        </p:nvSpPr>
        <p:spPr>
          <a:xfrm>
            <a:off x="6656884" y="4747021"/>
            <a:ext cx="2057400" cy="274637"/>
          </a:xfrm>
          <a:prstGeom prst="rect">
            <a:avLst/>
          </a:prstGeom>
        </p:spPr>
        <p:txBody>
          <a:bodyPr vert="horz" lIns="91440" tIns="45720" rIns="91440" bIns="45720" rtlCol="0" anchor="ctr"/>
          <a:lstStyle>
            <a:lvl1pPr algn="r">
              <a:defRPr sz="1200">
                <a:solidFill>
                  <a:schemeClr val="tx1"/>
                </a:solidFill>
              </a:defRPr>
            </a:lvl1pPr>
          </a:lstStyle>
          <a:p>
            <a:fld id="{A7D211A3-7575-492B-8E98-5F9B497A4866}" type="slidenum">
              <a:rPr lang="fr-CA" smtClean="0"/>
              <a:pPr/>
              <a:t>13</a:t>
            </a:fld>
            <a:endParaRPr lang="fr-CA" dirty="0"/>
          </a:p>
        </p:txBody>
      </p:sp>
      <p:sp>
        <p:nvSpPr>
          <p:cNvPr id="14" name="Rounded Rectangle 13"/>
          <p:cNvSpPr/>
          <p:nvPr/>
        </p:nvSpPr>
        <p:spPr>
          <a:xfrm>
            <a:off x="630936" y="1463040"/>
            <a:ext cx="1819655" cy="2331720"/>
          </a:xfrm>
          <a:prstGeom prst="roundRect">
            <a:avLst>
              <a:gd name="adj" fmla="val 8000"/>
            </a:avLst>
          </a:prstGeom>
          <a:solidFill>
            <a:srgbClr val="E8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Oval 14"/>
          <p:cNvSpPr/>
          <p:nvPr/>
        </p:nvSpPr>
        <p:spPr>
          <a:xfrm>
            <a:off x="832103" y="1664208"/>
            <a:ext cx="365760" cy="365760"/>
          </a:xfrm>
          <a:prstGeom prst="ellipse">
            <a:avLst/>
          </a:prstGeom>
          <a:solidFill>
            <a:srgbClr val="170A72"/>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Segoe UI Semibold"/>
              </a:rPr>
              <a:t>1</a:t>
            </a:r>
          </a:p>
        </p:txBody>
      </p:sp>
      <p:sp>
        <p:nvSpPr>
          <p:cNvPr id="16" name="TextBox 15"/>
          <p:cNvSpPr txBox="1"/>
          <p:nvPr/>
        </p:nvSpPr>
        <p:spPr>
          <a:xfrm>
            <a:off x="832103" y="2194560"/>
            <a:ext cx="1417319" cy="1463040"/>
          </a:xfrm>
          <a:prstGeom prst="rect">
            <a:avLst/>
          </a:prstGeom>
          <a:noFill/>
        </p:spPr>
        <p:txBody>
          <a:bodyPr wrap="square" lIns="0" tIns="0" rIns="0" bIns="0" anchor="t">
            <a:spAutoFit/>
          </a:bodyPr>
          <a:lstStyle/>
          <a:p>
            <a:pPr marL="0" indent="0" algn="l">
              <a:lnSpc>
                <a:spcPct val="100000"/>
              </a:lnSpc>
              <a:spcAft>
                <a:spcPts val="700"/>
              </a:spcAft>
            </a:pPr>
            <a:r>
              <a:rPr sz="1100" b="1">
                <a:solidFill>
                  <a:srgbClr val="170A72"/>
                </a:solidFill>
                <a:latin typeface="Segoe UI Semibold"/>
              </a:rPr>
              <a:t>Otoño–invierno 2026</a:t>
            </a:r>
          </a:p>
          <a:p>
            <a:pPr marL="0" indent="0" algn="l">
              <a:lnSpc>
                <a:spcPct val="105000"/>
              </a:lnSpc>
            </a:pPr>
            <a:r>
              <a:rPr sz="950">
                <a:solidFill>
                  <a:srgbClr val="4C4C61"/>
                </a:solidFill>
                <a:latin typeface="Segoe UI"/>
              </a:rPr>
              <a:t>Análisis de los esquemas según los seis entornos y configuración de los tableros.</a:t>
            </a:r>
          </a:p>
        </p:txBody>
      </p:sp>
      <p:sp>
        <p:nvSpPr>
          <p:cNvPr id="17" name="Rounded Rectangle 16"/>
          <p:cNvSpPr/>
          <p:nvPr/>
        </p:nvSpPr>
        <p:spPr>
          <a:xfrm>
            <a:off x="2651760" y="1463040"/>
            <a:ext cx="1819655" cy="2331720"/>
          </a:xfrm>
          <a:prstGeom prst="roundRect">
            <a:avLst>
              <a:gd name="adj" fmla="val 8000"/>
            </a:avLst>
          </a:prstGeom>
          <a:solidFill>
            <a:srgbClr val="E8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Oval 17"/>
          <p:cNvSpPr/>
          <p:nvPr/>
        </p:nvSpPr>
        <p:spPr>
          <a:xfrm>
            <a:off x="2852928" y="1664208"/>
            <a:ext cx="365760" cy="365760"/>
          </a:xfrm>
          <a:prstGeom prst="ellipse">
            <a:avLst/>
          </a:prstGeom>
          <a:solidFill>
            <a:srgbClr val="0080D7"/>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Segoe UI Semibold"/>
              </a:rPr>
              <a:t>2</a:t>
            </a:r>
          </a:p>
        </p:txBody>
      </p:sp>
      <p:sp>
        <p:nvSpPr>
          <p:cNvPr id="19" name="TextBox 18"/>
          <p:cNvSpPr txBox="1"/>
          <p:nvPr/>
        </p:nvSpPr>
        <p:spPr>
          <a:xfrm>
            <a:off x="2852928" y="2194560"/>
            <a:ext cx="1417319" cy="1463040"/>
          </a:xfrm>
          <a:prstGeom prst="rect">
            <a:avLst/>
          </a:prstGeom>
          <a:noFill/>
        </p:spPr>
        <p:txBody>
          <a:bodyPr wrap="square" lIns="0" tIns="0" rIns="0" bIns="0" anchor="t">
            <a:spAutoFit/>
          </a:bodyPr>
          <a:lstStyle/>
          <a:p>
            <a:pPr marL="0" indent="0" algn="l">
              <a:lnSpc>
                <a:spcPct val="100000"/>
              </a:lnSpc>
              <a:spcAft>
                <a:spcPts val="700"/>
              </a:spcAft>
            </a:pPr>
            <a:r>
              <a:rPr sz="1100" b="1">
                <a:solidFill>
                  <a:srgbClr val="170A72"/>
                </a:solidFill>
                <a:latin typeface="Segoe UI Semibold"/>
              </a:rPr>
              <a:t>Primavera–verano 2027</a:t>
            </a:r>
          </a:p>
          <a:p>
            <a:pPr marL="0" indent="0" algn="l">
              <a:lnSpc>
                <a:spcPct val="105000"/>
              </a:lnSpc>
            </a:pPr>
            <a:r>
              <a:rPr sz="950">
                <a:solidFill>
                  <a:srgbClr val="4C4C61"/>
                </a:solidFill>
                <a:latin typeface="Segoe UI"/>
              </a:rPr>
              <a:t>Ocho talleres deliberativos; elaboración del mapa de prioridades de concordancia.</a:t>
            </a:r>
          </a:p>
        </p:txBody>
      </p:sp>
      <p:sp>
        <p:nvSpPr>
          <p:cNvPr id="20" name="Rounded Rectangle 19"/>
          <p:cNvSpPr/>
          <p:nvPr/>
        </p:nvSpPr>
        <p:spPr>
          <a:xfrm>
            <a:off x="4672583" y="1463040"/>
            <a:ext cx="1819655" cy="2331720"/>
          </a:xfrm>
          <a:prstGeom prst="roundRect">
            <a:avLst>
              <a:gd name="adj" fmla="val 8000"/>
            </a:avLst>
          </a:prstGeom>
          <a:solidFill>
            <a:srgbClr val="E8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Oval 20"/>
          <p:cNvSpPr/>
          <p:nvPr/>
        </p:nvSpPr>
        <p:spPr>
          <a:xfrm>
            <a:off x="4873751" y="1664208"/>
            <a:ext cx="365760" cy="365760"/>
          </a:xfrm>
          <a:prstGeom prst="ellipse">
            <a:avLst/>
          </a:prstGeom>
          <a:solidFill>
            <a:srgbClr val="08A0A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Segoe UI Semibold"/>
              </a:rPr>
              <a:t>3</a:t>
            </a:r>
          </a:p>
        </p:txBody>
      </p:sp>
      <p:sp>
        <p:nvSpPr>
          <p:cNvPr id="22" name="TextBox 21"/>
          <p:cNvSpPr txBox="1"/>
          <p:nvPr/>
        </p:nvSpPr>
        <p:spPr>
          <a:xfrm>
            <a:off x="4873751" y="2194560"/>
            <a:ext cx="1417319" cy="1463040"/>
          </a:xfrm>
          <a:prstGeom prst="rect">
            <a:avLst/>
          </a:prstGeom>
          <a:noFill/>
        </p:spPr>
        <p:txBody>
          <a:bodyPr wrap="square" lIns="0" tIns="0" rIns="0" bIns="0" anchor="t">
            <a:spAutoFit/>
          </a:bodyPr>
          <a:lstStyle/>
          <a:p>
            <a:pPr marL="0" indent="0" algn="l">
              <a:lnSpc>
                <a:spcPct val="100000"/>
              </a:lnSpc>
              <a:spcAft>
                <a:spcPts val="700"/>
              </a:spcAft>
            </a:pPr>
            <a:r>
              <a:rPr sz="1100" b="1">
                <a:solidFill>
                  <a:srgbClr val="170A72"/>
                </a:solidFill>
                <a:latin typeface="Segoe UI Semibold"/>
              </a:rPr>
              <a:t>Otoño 2027 – invierno 2028</a:t>
            </a:r>
          </a:p>
          <a:p>
            <a:pPr marL="0" indent="0" algn="l">
              <a:lnSpc>
                <a:spcPct val="105000"/>
              </a:lnSpc>
            </a:pPr>
            <a:r>
              <a:rPr sz="950">
                <a:solidFill>
                  <a:srgbClr val="4C4C61"/>
                </a:solidFill>
                <a:latin typeface="Segoe UI"/>
              </a:rPr>
              <a:t>Acompañamiento flexible de las MRC y de sus municipios locales.</a:t>
            </a:r>
          </a:p>
        </p:txBody>
      </p:sp>
      <p:sp>
        <p:nvSpPr>
          <p:cNvPr id="23" name="Rounded Rectangle 22"/>
          <p:cNvSpPr/>
          <p:nvPr/>
        </p:nvSpPr>
        <p:spPr>
          <a:xfrm>
            <a:off x="6693408" y="1463040"/>
            <a:ext cx="1819655" cy="2331720"/>
          </a:xfrm>
          <a:prstGeom prst="roundRect">
            <a:avLst>
              <a:gd name="adj" fmla="val 8000"/>
            </a:avLst>
          </a:prstGeom>
          <a:solidFill>
            <a:srgbClr val="E8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Oval 23"/>
          <p:cNvSpPr/>
          <p:nvPr/>
        </p:nvSpPr>
        <p:spPr>
          <a:xfrm>
            <a:off x="6894576" y="1664208"/>
            <a:ext cx="365760" cy="365760"/>
          </a:xfrm>
          <a:prstGeom prst="ellipse">
            <a:avLst/>
          </a:prstGeom>
          <a:solidFill>
            <a:srgbClr val="05995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Segoe UI Semibold"/>
              </a:rPr>
              <a:t>4</a:t>
            </a:r>
          </a:p>
        </p:txBody>
      </p:sp>
      <p:sp>
        <p:nvSpPr>
          <p:cNvPr id="25" name="TextBox 24"/>
          <p:cNvSpPr txBox="1"/>
          <p:nvPr/>
        </p:nvSpPr>
        <p:spPr>
          <a:xfrm>
            <a:off x="6894576" y="2194560"/>
            <a:ext cx="1417319" cy="1463040"/>
          </a:xfrm>
          <a:prstGeom prst="rect">
            <a:avLst/>
          </a:prstGeom>
          <a:noFill/>
        </p:spPr>
        <p:txBody>
          <a:bodyPr wrap="square" lIns="0" tIns="0" rIns="0" bIns="0" anchor="t">
            <a:spAutoFit/>
          </a:bodyPr>
          <a:lstStyle/>
          <a:p>
            <a:pPr marL="0" indent="0" algn="l">
              <a:lnSpc>
                <a:spcPct val="100000"/>
              </a:lnSpc>
              <a:spcAft>
                <a:spcPts val="700"/>
              </a:spcAft>
            </a:pPr>
            <a:r>
              <a:rPr sz="1100" b="1">
                <a:solidFill>
                  <a:srgbClr val="170A72"/>
                </a:solidFill>
                <a:latin typeface="Segoe UI Semibold"/>
              </a:rPr>
              <a:t>2028</a:t>
            </a:r>
          </a:p>
          <a:p>
            <a:pPr marL="0" indent="0" algn="l">
              <a:lnSpc>
                <a:spcPct val="105000"/>
              </a:lnSpc>
            </a:pPr>
            <a:r>
              <a:rPr sz="950">
                <a:solidFill>
                  <a:srgbClr val="4C4C61"/>
                </a:solidFill>
                <a:latin typeface="Segoe UI"/>
              </a:rPr>
              <a:t>Evaluación entre casos, guía de práctica de acceso libre y transferencia provincial.</a:t>
            </a:r>
          </a:p>
        </p:txBody>
      </p:sp>
      <p:sp>
        <p:nvSpPr>
          <p:cNvPr id="26" name="TextBox 25"/>
          <p:cNvSpPr txBox="1"/>
          <p:nvPr/>
        </p:nvSpPr>
        <p:spPr>
          <a:xfrm>
            <a:off x="630936" y="3977639"/>
            <a:ext cx="7882127" cy="365760"/>
          </a:xfrm>
          <a:prstGeom prst="rect">
            <a:avLst/>
          </a:prstGeom>
          <a:noFill/>
        </p:spPr>
        <p:txBody>
          <a:bodyPr wrap="square" lIns="0" tIns="0" rIns="0" bIns="0" anchor="t">
            <a:spAutoFit/>
          </a:bodyPr>
          <a:lstStyle/>
          <a:p>
            <a:pPr marL="0" indent="0" algn="ctr">
              <a:lnSpc>
                <a:spcPct val="95000"/>
              </a:lnSpc>
            </a:pPr>
            <a:r>
              <a:rPr sz="950" i="1">
                <a:solidFill>
                  <a:srgbClr val="4C4C61"/>
                </a:solidFill>
                <a:latin typeface="Segoe UI"/>
              </a:rPr>
              <a:t>Las MRC debían adoptar un esquema conforme antes del 31 de marzo de 2027: los talleres llegan en el momento de la concordancia municipal, donde todo se juega concretamente.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3"/>
          </p:nvPr>
        </p:nvSpPr>
        <p:spPr/>
        <p:txBody>
          <a:bodyPr wrap="square"/>
          <a:lstStyle/>
          <a:p>
            <a:pPr marL="0" indent="0"/>
            <a:r>
              <a:rPr sz="2400" b="1">
                <a:solidFill>
                  <a:srgbClr val="FFFFFF"/>
                </a:solidFill>
                <a:latin typeface="Segoe UI Semibold"/>
              </a:rPr>
              <a:t>Lo que el proyecto debe producir</a:t>
            </a:r>
          </a:p>
        </p:txBody>
      </p:sp>
      <p:sp>
        <p:nvSpPr>
          <p:cNvPr id="4" name="Text Placeholder 3"/>
          <p:cNvSpPr>
            <a:spLocks noGrp="1"/>
          </p:cNvSpPr>
          <p:nvPr>
            <p:ph type="body" sz="quarter" idx="14"/>
          </p:nvPr>
        </p:nvSpPr>
        <p:spPr/>
        <p:txBody>
          <a:bodyPr wrap="square">
            <a:normAutofit fontScale="77500" lnSpcReduction="20000"/>
          </a:bodyPr>
          <a:lstStyle/>
          <a:p>
            <a:pPr marL="0" indent="0"/>
            <a:r>
              <a:rPr sz="800">
                <a:solidFill>
                  <a:srgbClr val="4C4C61"/>
                </a:solidFill>
                <a:latin typeface="Segoe UI"/>
              </a:rPr>
              <a:t>C.A.R.T.O.S.  ·  CALASS 2026</a:t>
            </a:r>
          </a:p>
        </p:txBody>
      </p:sp>
      <p:sp>
        <p:nvSpPr>
          <p:cNvPr id="13" name="Espace réservé du numéro de diapositive 5">
            <a:extLst>
              <a:ext uri="{FF2B5EF4-FFF2-40B4-BE49-F238E27FC236}">
                <a16:creationId xmlns:a16="http://schemas.microsoft.com/office/drawing/2014/main" id="{B5A4DF54-1696-4D83-DEDD-F8DE736AE245}"/>
              </a:ext>
            </a:extLst>
          </p:cNvPr>
          <p:cNvSpPr>
            <a:spLocks noGrp="1"/>
          </p:cNvSpPr>
          <p:nvPr>
            <p:ph type="sldNum" sz="quarter" idx="4"/>
          </p:nvPr>
        </p:nvSpPr>
        <p:spPr>
          <a:xfrm>
            <a:off x="6656884" y="4747021"/>
            <a:ext cx="2057400" cy="274637"/>
          </a:xfrm>
          <a:prstGeom prst="rect">
            <a:avLst/>
          </a:prstGeom>
        </p:spPr>
        <p:txBody>
          <a:bodyPr vert="horz" lIns="91440" tIns="45720" rIns="91440" bIns="45720" rtlCol="0" anchor="ctr"/>
          <a:lstStyle>
            <a:lvl1pPr algn="r">
              <a:defRPr sz="1200">
                <a:solidFill>
                  <a:schemeClr val="tx1"/>
                </a:solidFill>
              </a:defRPr>
            </a:lvl1pPr>
          </a:lstStyle>
          <a:p>
            <a:fld id="{A7D211A3-7575-492B-8E98-5F9B497A4866}" type="slidenum">
              <a:rPr lang="fr-CA" smtClean="0"/>
              <a:pPr/>
              <a:t>14</a:t>
            </a:fld>
            <a:endParaRPr lang="fr-CA" dirty="0"/>
          </a:p>
        </p:txBody>
      </p:sp>
      <p:sp>
        <p:nvSpPr>
          <p:cNvPr id="14" name="Rounded Rectangle 13"/>
          <p:cNvSpPr/>
          <p:nvPr/>
        </p:nvSpPr>
        <p:spPr>
          <a:xfrm>
            <a:off x="630936" y="1371600"/>
            <a:ext cx="2468879" cy="2423160"/>
          </a:xfrm>
          <a:prstGeom prst="roundRect">
            <a:avLst>
              <a:gd name="adj" fmla="val 8000"/>
            </a:avLst>
          </a:prstGeom>
          <a:solidFill>
            <a:srgbClr val="E8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5" name="Picture 14" descr="etablissement.png"/>
          <p:cNvPicPr>
            <a:picLocks noChangeAspect="1"/>
          </p:cNvPicPr>
          <p:nvPr/>
        </p:nvPicPr>
        <p:blipFill>
          <a:blip r:embed="rId3"/>
          <a:stretch>
            <a:fillRect/>
          </a:stretch>
        </p:blipFill>
        <p:spPr>
          <a:xfrm>
            <a:off x="868680" y="1572768"/>
            <a:ext cx="420624" cy="420624"/>
          </a:xfrm>
          <a:prstGeom prst="rect">
            <a:avLst/>
          </a:prstGeom>
        </p:spPr>
      </p:pic>
      <p:sp>
        <p:nvSpPr>
          <p:cNvPr id="16" name="TextBox 15"/>
          <p:cNvSpPr txBox="1"/>
          <p:nvPr/>
        </p:nvSpPr>
        <p:spPr>
          <a:xfrm>
            <a:off x="868680" y="2139696"/>
            <a:ext cx="1993391" cy="1554480"/>
          </a:xfrm>
          <a:prstGeom prst="rect">
            <a:avLst/>
          </a:prstGeom>
          <a:noFill/>
        </p:spPr>
        <p:txBody>
          <a:bodyPr wrap="square" lIns="0" tIns="0" rIns="0" bIns="0" anchor="t">
            <a:spAutoFit/>
          </a:bodyPr>
          <a:lstStyle/>
          <a:p>
            <a:pPr marL="0" indent="0" algn="l">
              <a:lnSpc>
                <a:spcPct val="95000"/>
              </a:lnSpc>
              <a:spcAft>
                <a:spcPts val="700"/>
              </a:spcAft>
            </a:pPr>
            <a:r>
              <a:rPr sz="1250" b="1">
                <a:solidFill>
                  <a:srgbClr val="170A72"/>
                </a:solidFill>
                <a:latin typeface="Segoe UI Semibold"/>
              </a:rPr>
              <a:t>Para las cuatro MRC</a:t>
            </a:r>
          </a:p>
          <a:p>
            <a:pPr marL="0" indent="0" algn="l">
              <a:lnSpc>
                <a:spcPct val="105000"/>
              </a:lnSpc>
            </a:pPr>
            <a:r>
              <a:rPr sz="950">
                <a:solidFill>
                  <a:srgbClr val="4C4C61"/>
                </a:solidFill>
                <a:latin typeface="Segoe UI"/>
              </a:rPr>
              <a:t>Una conformidad facilitada, un diagnóstico territorial en horas y no en meses, y equipos autónomos en el uso de la herramienta tras la salida del equipo de investigación.</a:t>
            </a:r>
          </a:p>
        </p:txBody>
      </p:sp>
      <p:sp>
        <p:nvSpPr>
          <p:cNvPr id="17" name="Rounded Rectangle 16"/>
          <p:cNvSpPr/>
          <p:nvPr/>
        </p:nvSpPr>
        <p:spPr>
          <a:xfrm>
            <a:off x="3337560" y="1371600"/>
            <a:ext cx="2468879" cy="2423160"/>
          </a:xfrm>
          <a:prstGeom prst="roundRect">
            <a:avLst>
              <a:gd name="adj" fmla="val 8000"/>
            </a:avLst>
          </a:prstGeom>
          <a:solidFill>
            <a:srgbClr val="E8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8" name="Picture 17" descr="redimensionner.png"/>
          <p:cNvPicPr>
            <a:picLocks noChangeAspect="1"/>
          </p:cNvPicPr>
          <p:nvPr/>
        </p:nvPicPr>
        <p:blipFill>
          <a:blip r:embed="rId4"/>
          <a:stretch>
            <a:fillRect/>
          </a:stretch>
        </p:blipFill>
        <p:spPr>
          <a:xfrm>
            <a:off x="3575304" y="1572768"/>
            <a:ext cx="420624" cy="420624"/>
          </a:xfrm>
          <a:prstGeom prst="rect">
            <a:avLst/>
          </a:prstGeom>
        </p:spPr>
      </p:pic>
      <p:sp>
        <p:nvSpPr>
          <p:cNvPr id="19" name="TextBox 18"/>
          <p:cNvSpPr txBox="1"/>
          <p:nvPr/>
        </p:nvSpPr>
        <p:spPr>
          <a:xfrm>
            <a:off x="3575304" y="2139696"/>
            <a:ext cx="1993391" cy="1554480"/>
          </a:xfrm>
          <a:prstGeom prst="rect">
            <a:avLst/>
          </a:prstGeom>
          <a:noFill/>
        </p:spPr>
        <p:txBody>
          <a:bodyPr wrap="square" lIns="0" tIns="0" rIns="0" bIns="0" anchor="t">
            <a:spAutoFit/>
          </a:bodyPr>
          <a:lstStyle/>
          <a:p>
            <a:pPr marL="0" indent="0" algn="l">
              <a:lnSpc>
                <a:spcPct val="95000"/>
              </a:lnSpc>
              <a:spcAft>
                <a:spcPts val="700"/>
              </a:spcAft>
            </a:pPr>
            <a:r>
              <a:rPr sz="1250" b="1">
                <a:solidFill>
                  <a:srgbClr val="170A72"/>
                </a:solidFill>
                <a:latin typeface="Segoe UI Semibold"/>
              </a:rPr>
              <a:t>Para Quebec</a:t>
            </a:r>
          </a:p>
          <a:p>
            <a:pPr marL="0" indent="0" algn="l">
              <a:lnSpc>
                <a:spcPct val="105000"/>
              </a:lnSpc>
            </a:pPr>
            <a:r>
              <a:rPr sz="950">
                <a:solidFill>
                  <a:srgbClr val="4C4C61"/>
                </a:solidFill>
                <a:latin typeface="Segoe UI"/>
              </a:rPr>
              <a:t>Una guía de práctica de acceso libre y un modelo transferible al conjunto de las MRC, con evidencia sobre la efectividad real de las nuevas orientaciones.</a:t>
            </a:r>
          </a:p>
        </p:txBody>
      </p:sp>
      <p:sp>
        <p:nvSpPr>
          <p:cNvPr id="20" name="Rounded Rectangle 19"/>
          <p:cNvSpPr/>
          <p:nvPr/>
        </p:nvSpPr>
        <p:spPr>
          <a:xfrm>
            <a:off x="6044183" y="1371600"/>
            <a:ext cx="2468879" cy="2423160"/>
          </a:xfrm>
          <a:prstGeom prst="roundRect">
            <a:avLst>
              <a:gd name="adj" fmla="val 8000"/>
            </a:avLst>
          </a:prstGeom>
          <a:solidFill>
            <a:srgbClr val="E8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1" name="Picture 20" descr="securite.png"/>
          <p:cNvPicPr>
            <a:picLocks noChangeAspect="1"/>
          </p:cNvPicPr>
          <p:nvPr/>
        </p:nvPicPr>
        <p:blipFill>
          <a:blip r:embed="rId5"/>
          <a:stretch>
            <a:fillRect/>
          </a:stretch>
        </p:blipFill>
        <p:spPr>
          <a:xfrm>
            <a:off x="6281927" y="1572768"/>
            <a:ext cx="420624" cy="420624"/>
          </a:xfrm>
          <a:prstGeom prst="rect">
            <a:avLst/>
          </a:prstGeom>
        </p:spPr>
      </p:pic>
      <p:sp>
        <p:nvSpPr>
          <p:cNvPr id="22" name="TextBox 21"/>
          <p:cNvSpPr txBox="1"/>
          <p:nvPr/>
        </p:nvSpPr>
        <p:spPr>
          <a:xfrm>
            <a:off x="6281927" y="2139696"/>
            <a:ext cx="1993391" cy="1554480"/>
          </a:xfrm>
          <a:prstGeom prst="rect">
            <a:avLst/>
          </a:prstGeom>
          <a:noFill/>
        </p:spPr>
        <p:txBody>
          <a:bodyPr wrap="square" lIns="0" tIns="0" rIns="0" bIns="0" anchor="t">
            <a:spAutoFit/>
          </a:bodyPr>
          <a:lstStyle/>
          <a:p>
            <a:pPr marL="0" indent="0" algn="l">
              <a:lnSpc>
                <a:spcPct val="95000"/>
              </a:lnSpc>
              <a:spcAft>
                <a:spcPts val="700"/>
              </a:spcAft>
            </a:pPr>
            <a:r>
              <a:rPr sz="1250" b="1">
                <a:solidFill>
                  <a:srgbClr val="170A72"/>
                </a:solidFill>
                <a:latin typeface="Segoe UI Semibold"/>
              </a:rPr>
              <a:t>Para la salud pública</a:t>
            </a:r>
          </a:p>
          <a:p>
            <a:pPr marL="0" indent="0" algn="l">
              <a:lnSpc>
                <a:spcPct val="105000"/>
              </a:lnSpc>
            </a:pPr>
            <a:r>
              <a:rPr sz="950">
                <a:solidFill>
                  <a:srgbClr val="4C4C61"/>
                </a:solidFill>
                <a:latin typeface="Segoe UI"/>
              </a:rPr>
              <a:t>Una manera de operacionalizar «la salud en todas las políticas» a costo marginal, allí donde la experticia es más escasa — es decir, donde más cuenta.</a:t>
            </a:r>
          </a:p>
        </p:txBody>
      </p:sp>
      <p:sp>
        <p:nvSpPr>
          <p:cNvPr id="23" name="TextBox 22"/>
          <p:cNvSpPr txBox="1"/>
          <p:nvPr/>
        </p:nvSpPr>
        <p:spPr>
          <a:xfrm>
            <a:off x="630936" y="3977639"/>
            <a:ext cx="7882127" cy="365760"/>
          </a:xfrm>
          <a:prstGeom prst="rect">
            <a:avLst/>
          </a:prstGeom>
          <a:noFill/>
        </p:spPr>
        <p:txBody>
          <a:bodyPr wrap="square" lIns="0" tIns="0" rIns="0" bIns="0" anchor="t">
            <a:spAutoFit/>
          </a:bodyPr>
          <a:lstStyle/>
          <a:p>
            <a:pPr marL="0" indent="0" algn="ctr">
              <a:lnSpc>
                <a:spcPct val="95000"/>
              </a:lnSpc>
            </a:pPr>
            <a:r>
              <a:rPr sz="1050" i="1">
                <a:solidFill>
                  <a:srgbClr val="170A72"/>
                </a:solidFill>
                <a:latin typeface="Segoe UI"/>
              </a:rPr>
              <a:t>La transferencia es explícita desde el protocolo: lo que no sea reutilizable en otros contextos no habrá cumplido su objeto.</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3"/>
          </p:nvPr>
        </p:nvSpPr>
        <p:spPr/>
        <p:txBody>
          <a:bodyPr wrap="square"/>
          <a:lstStyle/>
          <a:p>
            <a:pPr marL="0" indent="0"/>
            <a:r>
              <a:rPr sz="2400" b="1">
                <a:solidFill>
                  <a:srgbClr val="FFFFFF"/>
                </a:solidFill>
                <a:latin typeface="Segoe UI Semibold"/>
              </a:rPr>
              <a:t>Desafíos de ruralidad y equidad territorial</a:t>
            </a:r>
          </a:p>
        </p:txBody>
      </p:sp>
      <p:sp>
        <p:nvSpPr>
          <p:cNvPr id="4" name="Text Placeholder 3"/>
          <p:cNvSpPr>
            <a:spLocks noGrp="1"/>
          </p:cNvSpPr>
          <p:nvPr>
            <p:ph type="body" sz="quarter" idx="14"/>
          </p:nvPr>
        </p:nvSpPr>
        <p:spPr/>
        <p:txBody>
          <a:bodyPr wrap="square">
            <a:normAutofit fontScale="77500" lnSpcReduction="20000"/>
          </a:bodyPr>
          <a:lstStyle/>
          <a:p>
            <a:pPr marL="0" indent="0"/>
            <a:r>
              <a:rPr sz="800">
                <a:solidFill>
                  <a:srgbClr val="4C4C61"/>
                </a:solidFill>
                <a:latin typeface="Segoe UI"/>
              </a:rPr>
              <a:t>C.A.R.T.O.S.  ·  CALASS 2026</a:t>
            </a:r>
          </a:p>
        </p:txBody>
      </p:sp>
      <p:sp>
        <p:nvSpPr>
          <p:cNvPr id="13" name="Espace réservé du numéro de diapositive 5">
            <a:extLst>
              <a:ext uri="{FF2B5EF4-FFF2-40B4-BE49-F238E27FC236}">
                <a16:creationId xmlns:a16="http://schemas.microsoft.com/office/drawing/2014/main" id="{B5A4DF54-1696-4D83-DEDD-F8DE736AE245}"/>
              </a:ext>
            </a:extLst>
          </p:cNvPr>
          <p:cNvSpPr>
            <a:spLocks noGrp="1"/>
          </p:cNvSpPr>
          <p:nvPr>
            <p:ph type="sldNum" sz="quarter" idx="4"/>
          </p:nvPr>
        </p:nvSpPr>
        <p:spPr>
          <a:xfrm>
            <a:off x="6656884" y="4747021"/>
            <a:ext cx="2057400" cy="274637"/>
          </a:xfrm>
          <a:prstGeom prst="rect">
            <a:avLst/>
          </a:prstGeom>
        </p:spPr>
        <p:txBody>
          <a:bodyPr vert="horz" lIns="91440" tIns="45720" rIns="91440" bIns="45720" rtlCol="0" anchor="ctr"/>
          <a:lstStyle>
            <a:lvl1pPr algn="r">
              <a:defRPr sz="1200">
                <a:solidFill>
                  <a:schemeClr val="tx1"/>
                </a:solidFill>
              </a:defRPr>
            </a:lvl1pPr>
          </a:lstStyle>
          <a:p>
            <a:fld id="{A7D211A3-7575-492B-8E98-5F9B497A4866}" type="slidenum">
              <a:rPr lang="fr-CA" smtClean="0"/>
              <a:pPr/>
              <a:t>15</a:t>
            </a:fld>
            <a:endParaRPr lang="fr-CA" dirty="0"/>
          </a:p>
        </p:txBody>
      </p:sp>
      <p:sp>
        <p:nvSpPr>
          <p:cNvPr id="14" name="Rounded Rectangle 13"/>
          <p:cNvSpPr/>
          <p:nvPr/>
        </p:nvSpPr>
        <p:spPr>
          <a:xfrm>
            <a:off x="630936" y="1417320"/>
            <a:ext cx="3822191" cy="1207008"/>
          </a:xfrm>
          <a:prstGeom prst="roundRect">
            <a:avLst>
              <a:gd name="adj" fmla="val 8000"/>
            </a:avLst>
          </a:prstGeom>
          <a:solidFill>
            <a:srgbClr val="E8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5" name="Picture 14" descr="ordinateur.png"/>
          <p:cNvPicPr>
            <a:picLocks noChangeAspect="1"/>
          </p:cNvPicPr>
          <p:nvPr/>
        </p:nvPicPr>
        <p:blipFill>
          <a:blip r:embed="rId3"/>
          <a:stretch>
            <a:fillRect/>
          </a:stretch>
        </p:blipFill>
        <p:spPr>
          <a:xfrm>
            <a:off x="868680" y="1636776"/>
            <a:ext cx="402336" cy="402336"/>
          </a:xfrm>
          <a:prstGeom prst="rect">
            <a:avLst/>
          </a:prstGeom>
        </p:spPr>
      </p:pic>
      <p:sp>
        <p:nvSpPr>
          <p:cNvPr id="16" name="TextBox 15"/>
          <p:cNvSpPr txBox="1"/>
          <p:nvPr/>
        </p:nvSpPr>
        <p:spPr>
          <a:xfrm>
            <a:off x="1417319" y="1600200"/>
            <a:ext cx="2798063" cy="896112"/>
          </a:xfrm>
          <a:prstGeom prst="rect">
            <a:avLst/>
          </a:prstGeom>
          <a:noFill/>
        </p:spPr>
        <p:txBody>
          <a:bodyPr wrap="square" lIns="0" tIns="0" rIns="0" bIns="0" anchor="t">
            <a:spAutoFit/>
          </a:bodyPr>
          <a:lstStyle/>
          <a:p>
            <a:pPr marL="0" indent="0" algn="l">
              <a:lnSpc>
                <a:spcPct val="95000"/>
              </a:lnSpc>
              <a:spcAft>
                <a:spcPts val="600"/>
              </a:spcAft>
            </a:pPr>
            <a:r>
              <a:rPr sz="1200" b="1">
                <a:solidFill>
                  <a:srgbClr val="170A72"/>
                </a:solidFill>
                <a:latin typeface="Segoe UI Semibold"/>
              </a:rPr>
              <a:t>La paradoja de la herramienta</a:t>
            </a:r>
          </a:p>
          <a:p>
            <a:pPr marL="0" indent="0" algn="l">
              <a:lnSpc>
                <a:spcPct val="105000"/>
              </a:lnSpc>
            </a:pPr>
            <a:r>
              <a:rPr sz="950">
                <a:solidFill>
                  <a:srgbClr val="4C4C61"/>
                </a:solidFill>
                <a:latin typeface="Segoe UI"/>
              </a:rPr>
              <a:t>¿Puede un dispositivo digital reducir la brecha de experticia sin reproducirla en los equipos peor dotados?</a:t>
            </a:r>
          </a:p>
        </p:txBody>
      </p:sp>
      <p:sp>
        <p:nvSpPr>
          <p:cNvPr id="17" name="Rounded Rectangle 16"/>
          <p:cNvSpPr/>
          <p:nvPr/>
        </p:nvSpPr>
        <p:spPr>
          <a:xfrm>
            <a:off x="4690871" y="1417320"/>
            <a:ext cx="3822191" cy="1207008"/>
          </a:xfrm>
          <a:prstGeom prst="roundRect">
            <a:avLst>
              <a:gd name="adj" fmla="val 8000"/>
            </a:avLst>
          </a:prstGeom>
          <a:solidFill>
            <a:srgbClr val="E8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8" name="Picture 17" descr="interaction.png"/>
          <p:cNvPicPr>
            <a:picLocks noChangeAspect="1"/>
          </p:cNvPicPr>
          <p:nvPr/>
        </p:nvPicPr>
        <p:blipFill>
          <a:blip r:embed="rId4"/>
          <a:stretch>
            <a:fillRect/>
          </a:stretch>
        </p:blipFill>
        <p:spPr>
          <a:xfrm>
            <a:off x="4928615" y="1636776"/>
            <a:ext cx="402336" cy="402336"/>
          </a:xfrm>
          <a:prstGeom prst="rect">
            <a:avLst/>
          </a:prstGeom>
        </p:spPr>
      </p:pic>
      <p:sp>
        <p:nvSpPr>
          <p:cNvPr id="19" name="TextBox 18"/>
          <p:cNvSpPr txBox="1"/>
          <p:nvPr/>
        </p:nvSpPr>
        <p:spPr>
          <a:xfrm>
            <a:off x="5477255" y="1600200"/>
            <a:ext cx="2798063" cy="896112"/>
          </a:xfrm>
          <a:prstGeom prst="rect">
            <a:avLst/>
          </a:prstGeom>
          <a:noFill/>
        </p:spPr>
        <p:txBody>
          <a:bodyPr wrap="square" lIns="0" tIns="0" rIns="0" bIns="0" anchor="t">
            <a:spAutoFit/>
          </a:bodyPr>
          <a:lstStyle/>
          <a:p>
            <a:pPr marL="0" indent="0" algn="l">
              <a:lnSpc>
                <a:spcPct val="95000"/>
              </a:lnSpc>
              <a:spcAft>
                <a:spcPts val="600"/>
              </a:spcAft>
            </a:pPr>
            <a:r>
              <a:rPr sz="1200" b="1">
                <a:solidFill>
                  <a:srgbClr val="170A72"/>
                </a:solidFill>
                <a:latin typeface="Segoe UI Semibold"/>
              </a:rPr>
              <a:t>La justa distancia</a:t>
            </a:r>
          </a:p>
          <a:p>
            <a:pPr marL="0" indent="0" algn="l">
              <a:lnSpc>
                <a:spcPct val="105000"/>
              </a:lnSpc>
            </a:pPr>
            <a:r>
              <a:rPr sz="950">
                <a:solidFill>
                  <a:srgbClr val="4C4C61"/>
                </a:solidFill>
                <a:latin typeface="Segoe UI"/>
              </a:rPr>
              <a:t>¿Hasta dónde puede llegar la salud pública sin volverse prescriptiva en un ámbito de competencia municipal?</a:t>
            </a:r>
          </a:p>
        </p:txBody>
      </p:sp>
      <p:sp>
        <p:nvSpPr>
          <p:cNvPr id="20" name="Rounded Rectangle 19"/>
          <p:cNvSpPr/>
          <p:nvPr/>
        </p:nvSpPr>
        <p:spPr>
          <a:xfrm>
            <a:off x="630936" y="2825496"/>
            <a:ext cx="3822191" cy="1207008"/>
          </a:xfrm>
          <a:prstGeom prst="roundRect">
            <a:avLst>
              <a:gd name="adj" fmla="val 8000"/>
            </a:avLst>
          </a:prstGeom>
          <a:solidFill>
            <a:srgbClr val="E8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1" name="Picture 20" descr="loupe.png"/>
          <p:cNvPicPr>
            <a:picLocks noChangeAspect="1"/>
          </p:cNvPicPr>
          <p:nvPr/>
        </p:nvPicPr>
        <p:blipFill>
          <a:blip r:embed="rId5"/>
          <a:stretch>
            <a:fillRect/>
          </a:stretch>
        </p:blipFill>
        <p:spPr>
          <a:xfrm>
            <a:off x="868680" y="3044952"/>
            <a:ext cx="402336" cy="402336"/>
          </a:xfrm>
          <a:prstGeom prst="rect">
            <a:avLst/>
          </a:prstGeom>
        </p:spPr>
      </p:pic>
      <p:sp>
        <p:nvSpPr>
          <p:cNvPr id="22" name="TextBox 21"/>
          <p:cNvSpPr txBox="1"/>
          <p:nvPr/>
        </p:nvSpPr>
        <p:spPr>
          <a:xfrm>
            <a:off x="1417319" y="3008376"/>
            <a:ext cx="2798063" cy="896112"/>
          </a:xfrm>
          <a:prstGeom prst="rect">
            <a:avLst/>
          </a:prstGeom>
          <a:noFill/>
        </p:spPr>
        <p:txBody>
          <a:bodyPr wrap="square" lIns="0" tIns="0" rIns="0" bIns="0" anchor="t">
            <a:spAutoFit/>
          </a:bodyPr>
          <a:lstStyle/>
          <a:p>
            <a:pPr marL="0" indent="0" algn="l">
              <a:lnSpc>
                <a:spcPct val="95000"/>
              </a:lnSpc>
              <a:spcAft>
                <a:spcPts val="600"/>
              </a:spcAft>
            </a:pPr>
            <a:r>
              <a:rPr sz="1200" b="1">
                <a:solidFill>
                  <a:srgbClr val="170A72"/>
                </a:solidFill>
                <a:latin typeface="Segoe UI Semibold"/>
              </a:rPr>
              <a:t>Lo que se mide</a:t>
            </a:r>
          </a:p>
          <a:p>
            <a:pPr marL="0" indent="0" algn="l">
              <a:lnSpc>
                <a:spcPct val="105000"/>
              </a:lnSpc>
            </a:pPr>
            <a:r>
              <a:rPr sz="950">
                <a:solidFill>
                  <a:srgbClr val="4C4C61"/>
                </a:solidFill>
                <a:latin typeface="Segoe UI"/>
              </a:rPr>
              <a:t>¿Medimos la conformidad normativa o el efecto real sobre las desigualdades sociales en salud? No coinciden.</a:t>
            </a:r>
          </a:p>
        </p:txBody>
      </p:sp>
      <p:sp>
        <p:nvSpPr>
          <p:cNvPr id="23" name="Rounded Rectangle 22"/>
          <p:cNvSpPr/>
          <p:nvPr/>
        </p:nvSpPr>
        <p:spPr>
          <a:xfrm>
            <a:off x="4690871" y="2825496"/>
            <a:ext cx="3822191" cy="1207008"/>
          </a:xfrm>
          <a:prstGeom prst="roundRect">
            <a:avLst>
              <a:gd name="adj" fmla="val 8000"/>
            </a:avLst>
          </a:prstGeom>
          <a:solidFill>
            <a:srgbClr val="E8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4" name="Picture 23" descr="recyclage.png"/>
          <p:cNvPicPr>
            <a:picLocks noChangeAspect="1"/>
          </p:cNvPicPr>
          <p:nvPr/>
        </p:nvPicPr>
        <p:blipFill>
          <a:blip r:embed="rId6"/>
          <a:stretch>
            <a:fillRect/>
          </a:stretch>
        </p:blipFill>
        <p:spPr>
          <a:xfrm>
            <a:off x="4928615" y="3044952"/>
            <a:ext cx="402336" cy="402336"/>
          </a:xfrm>
          <a:prstGeom prst="rect">
            <a:avLst/>
          </a:prstGeom>
        </p:spPr>
      </p:pic>
      <p:sp>
        <p:nvSpPr>
          <p:cNvPr id="25" name="TextBox 24"/>
          <p:cNvSpPr txBox="1"/>
          <p:nvPr/>
        </p:nvSpPr>
        <p:spPr>
          <a:xfrm>
            <a:off x="5477255" y="3008376"/>
            <a:ext cx="2798063" cy="896112"/>
          </a:xfrm>
          <a:prstGeom prst="rect">
            <a:avLst/>
          </a:prstGeom>
          <a:noFill/>
        </p:spPr>
        <p:txBody>
          <a:bodyPr wrap="square" lIns="0" tIns="0" rIns="0" bIns="0" anchor="t">
            <a:spAutoFit/>
          </a:bodyPr>
          <a:lstStyle/>
          <a:p>
            <a:pPr marL="0" indent="0" algn="l">
              <a:lnSpc>
                <a:spcPct val="95000"/>
              </a:lnSpc>
              <a:spcAft>
                <a:spcPts val="600"/>
              </a:spcAft>
            </a:pPr>
            <a:r>
              <a:rPr sz="1200" b="1">
                <a:solidFill>
                  <a:srgbClr val="170A72"/>
                </a:solidFill>
                <a:latin typeface="Segoe UI Semibold"/>
              </a:rPr>
              <a:t>Tras el financiamiento</a:t>
            </a:r>
          </a:p>
          <a:p>
            <a:pPr marL="0" indent="0" algn="l">
              <a:lnSpc>
                <a:spcPct val="105000"/>
              </a:lnSpc>
            </a:pPr>
            <a:r>
              <a:rPr sz="950">
                <a:solidFill>
                  <a:srgbClr val="4C4C61"/>
                </a:solidFill>
                <a:latin typeface="Segoe UI"/>
              </a:rPr>
              <a:t>¿Qué sostenibilidad cabe esperar en equipos de dos o tres personas, sujetos a la rotación de personal?</a:t>
            </a:r>
          </a:p>
        </p:txBody>
      </p:sp>
      <p:sp>
        <p:nvSpPr>
          <p:cNvPr id="26" name="TextBox 25"/>
          <p:cNvSpPr txBox="1"/>
          <p:nvPr/>
        </p:nvSpPr>
        <p:spPr>
          <a:xfrm>
            <a:off x="630936" y="4160520"/>
            <a:ext cx="7882127" cy="365760"/>
          </a:xfrm>
          <a:prstGeom prst="rect">
            <a:avLst/>
          </a:prstGeom>
          <a:noFill/>
        </p:spPr>
        <p:txBody>
          <a:bodyPr wrap="square" lIns="0" tIns="0" rIns="0" bIns="0" anchor="t">
            <a:spAutoFit/>
          </a:bodyPr>
          <a:lstStyle/>
          <a:p>
            <a:pPr marL="0" indent="0" algn="ctr">
              <a:lnSpc>
                <a:spcPct val="95000"/>
              </a:lnSpc>
            </a:pPr>
            <a:r>
              <a:rPr sz="1100" i="1">
                <a:solidFill>
                  <a:srgbClr val="170A72"/>
                </a:solidFill>
                <a:latin typeface="Segoe UI"/>
              </a:rPr>
              <a:t>Cuatro preguntas abiertas: estructuran la discusión más que la concluyen.</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22960" y="1371600"/>
            <a:ext cx="5943600" cy="731520"/>
          </a:xfrm>
          <a:prstGeom prst="rect">
            <a:avLst/>
          </a:prstGeom>
          <a:noFill/>
        </p:spPr>
        <p:txBody>
          <a:bodyPr wrap="square" lIns="0" tIns="0" rIns="0" bIns="0" anchor="t">
            <a:spAutoFit/>
          </a:bodyPr>
          <a:lstStyle/>
          <a:p>
            <a:pPr marL="0" indent="0" algn="l">
              <a:lnSpc>
                <a:spcPct val="95000"/>
              </a:lnSpc>
            </a:pPr>
            <a:r>
              <a:rPr sz="3600" b="1">
                <a:solidFill>
                  <a:srgbClr val="FFFFFF"/>
                </a:solidFill>
                <a:latin typeface="Segoe UI Semibold"/>
              </a:rPr>
              <a:t>Gracias.</a:t>
            </a:r>
          </a:p>
        </p:txBody>
      </p:sp>
      <p:sp>
        <p:nvSpPr>
          <p:cNvPr id="3" name="TextBox 2"/>
          <p:cNvSpPr txBox="1"/>
          <p:nvPr/>
        </p:nvSpPr>
        <p:spPr>
          <a:xfrm>
            <a:off x="822960" y="2286000"/>
            <a:ext cx="5943600" cy="1554480"/>
          </a:xfrm>
          <a:prstGeom prst="rect">
            <a:avLst/>
          </a:prstGeom>
          <a:noFill/>
        </p:spPr>
        <p:txBody>
          <a:bodyPr wrap="square" lIns="0" tIns="0" rIns="0" bIns="0" anchor="t">
            <a:spAutoFit/>
          </a:bodyPr>
          <a:lstStyle/>
          <a:p>
            <a:pPr marL="0" indent="0" algn="l">
              <a:lnSpc>
                <a:spcPct val="95000"/>
              </a:lnSpc>
              <a:spcAft>
                <a:spcPts val="600"/>
              </a:spcAft>
            </a:pPr>
            <a:r>
              <a:rPr sz="1400" b="1">
                <a:solidFill>
                  <a:srgbClr val="90F1E9"/>
                </a:solidFill>
                <a:latin typeface="Segoe UI Semibold"/>
              </a:rPr>
              <a:t>Éric Robitaille, Ph. D.</a:t>
            </a:r>
          </a:p>
          <a:p>
            <a:pPr marL="0" indent="0" algn="l">
              <a:lnSpc>
                <a:spcPct val="95000"/>
              </a:lnSpc>
              <a:spcAft>
                <a:spcPts val="300"/>
              </a:spcAft>
            </a:pPr>
            <a:r>
              <a:rPr sz="1050">
                <a:solidFill>
                  <a:srgbClr val="FFFFFF"/>
                </a:solidFill>
                <a:latin typeface="Segoe UI"/>
              </a:rPr>
              <a:t>Dirección de Salud Pública, CISSS des Laurentides (Santé Québec Laurentides)</a:t>
            </a:r>
          </a:p>
          <a:p>
            <a:pPr marL="0" indent="0" algn="l">
              <a:lnSpc>
                <a:spcPct val="95000"/>
              </a:lnSpc>
              <a:spcAft>
                <a:spcPts val="1000"/>
              </a:spcAft>
            </a:pPr>
            <a:r>
              <a:rPr sz="1050">
                <a:solidFill>
                  <a:srgbClr val="FFFFFF"/>
                </a:solidFill>
                <a:latin typeface="Segoe UI"/>
              </a:rPr>
              <a:t>Escuela de Salud Pública de la Universidad de Montreal</a:t>
            </a:r>
          </a:p>
          <a:p>
            <a:pPr marL="0" indent="0" algn="l">
              <a:lnSpc>
                <a:spcPct val="95000"/>
              </a:lnSpc>
              <a:spcAft>
                <a:spcPts val="300"/>
              </a:spcAft>
            </a:pPr>
            <a:r>
              <a:rPr sz="1100" b="1">
                <a:solidFill>
                  <a:srgbClr val="FFFFFF"/>
                </a:solidFill>
                <a:latin typeface="Segoe UI"/>
              </a:rPr>
              <a:t>eric.robitaille.cissslau@ssss.gouv.qc.ca</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texte 3"/>
          <p:cNvSpPr>
            <a:spLocks noGrp="1"/>
          </p:cNvSpPr>
          <p:nvPr>
            <p:ph type="body" sz="quarter" idx="14"/>
          </p:nvPr>
        </p:nvSpPr>
        <p:spPr/>
        <p:txBody>
          <a:bodyPr/>
          <a:lstStyle/>
          <a:p>
            <a:r>
              <a:rPr lang="fr-CA" dirty="0" err="1" smtClean="0"/>
              <a:t>Referencias</a:t>
            </a:r>
            <a:r>
              <a:rPr lang="fr-CA" dirty="0" smtClean="0"/>
              <a:t> </a:t>
            </a:r>
            <a:r>
              <a:rPr lang="fr-CA" dirty="0" err="1"/>
              <a:t>bibliográficas</a:t>
            </a:r>
            <a:endParaRPr lang="fr-CA" dirty="0"/>
          </a:p>
        </p:txBody>
      </p:sp>
      <p:sp>
        <p:nvSpPr>
          <p:cNvPr id="5" name="Espace réservé du texte 4"/>
          <p:cNvSpPr>
            <a:spLocks noGrp="1"/>
          </p:cNvSpPr>
          <p:nvPr>
            <p:ph type="body" sz="quarter" idx="15"/>
          </p:nvPr>
        </p:nvSpPr>
        <p:spPr/>
        <p:txBody>
          <a:bodyPr>
            <a:normAutofit fontScale="77500" lnSpcReduction="20000"/>
          </a:bodyPr>
          <a:lstStyle/>
          <a:p>
            <a:endParaRPr lang="fr-CA"/>
          </a:p>
        </p:txBody>
      </p:sp>
      <p:sp>
        <p:nvSpPr>
          <p:cNvPr id="6" name="Espace réservé du texte 6"/>
          <p:cNvSpPr>
            <a:spLocks noGrp="1"/>
          </p:cNvSpPr>
          <p:nvPr>
            <p:ph type="body" sz="half" idx="2"/>
          </p:nvPr>
        </p:nvSpPr>
        <p:spPr/>
        <p:txBody>
          <a:bodyPr>
            <a:normAutofit fontScale="62500" lnSpcReduction="20000"/>
          </a:bodyPr>
          <a:lstStyle/>
          <a:p>
            <a:pPr marL="285750" indent="-285750">
              <a:buFont typeface="Arial" panose="020B0604020202020204" pitchFamily="34" charset="0"/>
              <a:buChar char="•"/>
            </a:pPr>
            <a:r>
              <a:rPr lang="en-CA" dirty="0" err="1" smtClean="0"/>
              <a:t>Donabedian</a:t>
            </a:r>
            <a:r>
              <a:rPr lang="en-CA" dirty="0"/>
              <a:t>, A. The Quality of Care. How Can It Be Assessed? </a:t>
            </a:r>
            <a:r>
              <a:rPr lang="en-CA" i="1" dirty="0"/>
              <a:t>JAMA</a:t>
            </a:r>
            <a:r>
              <a:rPr lang="en-CA" dirty="0"/>
              <a:t> </a:t>
            </a:r>
            <a:r>
              <a:rPr lang="en-CA" b="1" dirty="0"/>
              <a:t>1988</a:t>
            </a:r>
            <a:r>
              <a:rPr lang="en-CA" dirty="0"/>
              <a:t>, </a:t>
            </a:r>
            <a:r>
              <a:rPr lang="en-CA" i="1" dirty="0"/>
              <a:t>260</a:t>
            </a:r>
            <a:r>
              <a:rPr lang="en-CA" dirty="0"/>
              <a:t>, 1743–1748, doi:10.1001/jama.260.12.1743.</a:t>
            </a:r>
            <a:endParaRPr lang="fr-CA" dirty="0"/>
          </a:p>
          <a:p>
            <a:pPr marL="285750" indent="-285750">
              <a:buFont typeface="Arial" panose="020B0604020202020204" pitchFamily="34" charset="0"/>
              <a:buChar char="•"/>
            </a:pPr>
            <a:r>
              <a:rPr lang="en-US" dirty="0"/>
              <a:t>Rabin, B.; </a:t>
            </a:r>
            <a:r>
              <a:rPr lang="en-US" dirty="0" err="1"/>
              <a:t>Cakici</a:t>
            </a:r>
            <a:r>
              <a:rPr lang="en-US" dirty="0"/>
              <a:t>, J.; Golden, C.; </a:t>
            </a:r>
            <a:r>
              <a:rPr lang="en-US" dirty="0" err="1"/>
              <a:t>Estabrooks</a:t>
            </a:r>
            <a:r>
              <a:rPr lang="en-US" dirty="0"/>
              <a:t>, P.; Glasgow, R.; </a:t>
            </a:r>
            <a:r>
              <a:rPr lang="en-US" dirty="0" err="1"/>
              <a:t>Gaglio</a:t>
            </a:r>
            <a:r>
              <a:rPr lang="en-US" dirty="0"/>
              <a:t>, B. A Citation Analysis and Scoping Systematic Review of the Operationalization of the Practical, Robust Implementation and Sustainability Model (PRISM). Implement. Sci. IS 2022, 17, doi:10.1186/s13012-022-01234-3</a:t>
            </a:r>
            <a:r>
              <a:rPr lang="en-US" dirty="0" smtClean="0"/>
              <a:t>.</a:t>
            </a:r>
          </a:p>
          <a:p>
            <a:pPr marL="285750" indent="-285750">
              <a:buFont typeface="Arial" panose="020B0604020202020204" pitchFamily="34" charset="0"/>
              <a:buChar char="•"/>
            </a:pPr>
            <a:r>
              <a:rPr lang="en-US" dirty="0"/>
              <a:t>Kwan, B.; </a:t>
            </a:r>
            <a:r>
              <a:rPr lang="en-US" dirty="0" err="1"/>
              <a:t>McGinnes</a:t>
            </a:r>
            <a:r>
              <a:rPr lang="en-US" dirty="0"/>
              <a:t>, H.; </a:t>
            </a:r>
            <a:r>
              <a:rPr lang="en-US" dirty="0" err="1"/>
              <a:t>Ory</a:t>
            </a:r>
            <a:r>
              <a:rPr lang="en-US" dirty="0"/>
              <a:t>, M.; </a:t>
            </a:r>
            <a:r>
              <a:rPr lang="en-US" dirty="0" err="1"/>
              <a:t>Estabrooks</a:t>
            </a:r>
            <a:r>
              <a:rPr lang="en-US" dirty="0"/>
              <a:t>, P.; </a:t>
            </a:r>
            <a:r>
              <a:rPr lang="en-US" dirty="0" err="1"/>
              <a:t>Waxmonsky</a:t>
            </a:r>
            <a:r>
              <a:rPr lang="en-US" dirty="0"/>
              <a:t>, J.; Glasgow, R. RE-AIM in the Real World: Use of the RE-AIM Framework for Program Planning and Evaluation in Clinical and Community Settings. Front. Public Health 2019, 7, </a:t>
            </a:r>
            <a:r>
              <a:rPr lang="en-US" dirty="0" smtClean="0"/>
              <a:t>doi:10.3389/fpubh.2019.00345.</a:t>
            </a:r>
            <a:endParaRPr lang="fr-CA" dirty="0"/>
          </a:p>
          <a:p>
            <a:pPr marL="285750" indent="-285750">
              <a:buFont typeface="Arial" panose="020B0604020202020204" pitchFamily="34" charset="0"/>
              <a:buChar char="•"/>
            </a:pPr>
            <a:r>
              <a:rPr lang="en-CA" dirty="0"/>
              <a:t>Robin, T.; Khan, M.; </a:t>
            </a:r>
            <a:r>
              <a:rPr lang="en-CA" dirty="0" err="1"/>
              <a:t>Kabir</a:t>
            </a:r>
            <a:r>
              <a:rPr lang="en-CA" dirty="0"/>
              <a:t>, N.; </a:t>
            </a:r>
            <a:r>
              <a:rPr lang="en-CA" dirty="0" err="1"/>
              <a:t>Rahaman</a:t>
            </a:r>
            <a:r>
              <a:rPr lang="en-CA" dirty="0"/>
              <a:t>, S.T.; Karim, A.; </a:t>
            </a:r>
            <a:r>
              <a:rPr lang="en-CA" dirty="0" err="1"/>
              <a:t>Mannan</a:t>
            </a:r>
            <a:r>
              <a:rPr lang="en-CA" dirty="0"/>
              <a:t>, I.; George, J.; Rashid, I. Using Spatial Analysis and GIS to Improve Planning and Resource Allocation in a Rural District of Bangladesh. </a:t>
            </a:r>
            <a:r>
              <a:rPr lang="en-CA" i="1" dirty="0"/>
              <a:t>BMJ Glob. Health</a:t>
            </a:r>
            <a:r>
              <a:rPr lang="en-CA" dirty="0"/>
              <a:t> </a:t>
            </a:r>
            <a:r>
              <a:rPr lang="en-CA" b="1" dirty="0"/>
              <a:t>2019</a:t>
            </a:r>
            <a:r>
              <a:rPr lang="en-CA" dirty="0"/>
              <a:t>, </a:t>
            </a:r>
            <a:r>
              <a:rPr lang="en-CA" i="1" dirty="0"/>
              <a:t>4</a:t>
            </a:r>
            <a:r>
              <a:rPr lang="en-CA" dirty="0"/>
              <a:t>, doi:10.1136/bmjgh-2018-000832.</a:t>
            </a:r>
            <a:endParaRPr lang="fr-CA" dirty="0"/>
          </a:p>
          <a:p>
            <a:pPr marL="285750" indent="-285750">
              <a:buFont typeface="Arial" panose="020B0604020202020204" pitchFamily="34" charset="0"/>
              <a:buChar char="•"/>
            </a:pPr>
            <a:r>
              <a:rPr lang="en-CA" dirty="0" smtClean="0"/>
              <a:t>Park</a:t>
            </a:r>
            <a:r>
              <a:rPr lang="en-CA" dirty="0"/>
              <a:t>, S.; </a:t>
            </a:r>
            <a:r>
              <a:rPr lang="en-CA" dirty="0" err="1"/>
              <a:t>Bekemeier</a:t>
            </a:r>
            <a:r>
              <a:rPr lang="en-CA" dirty="0"/>
              <a:t>, B.; Flaxman, A.; Schultz, M. Impact of Data Visualization on Decision-Making and Its Implications for Public Health Practice: A Systematic Literature Review. </a:t>
            </a:r>
            <a:r>
              <a:rPr lang="en-CA" i="1" dirty="0"/>
              <a:t>Inform. Health Soc. Care</a:t>
            </a:r>
            <a:r>
              <a:rPr lang="en-CA" dirty="0"/>
              <a:t> </a:t>
            </a:r>
            <a:r>
              <a:rPr lang="en-CA" b="1" dirty="0"/>
              <a:t>2021</a:t>
            </a:r>
            <a:r>
              <a:rPr lang="en-CA" dirty="0"/>
              <a:t>, </a:t>
            </a:r>
            <a:r>
              <a:rPr lang="en-CA" i="1" dirty="0"/>
              <a:t>47</a:t>
            </a:r>
            <a:r>
              <a:rPr lang="en-CA" dirty="0"/>
              <a:t>, 175–193, doi:10.1080/17538157.2021.1982949.</a:t>
            </a:r>
            <a:endParaRPr lang="fr-CA" dirty="0"/>
          </a:p>
          <a:p>
            <a:pPr marL="285750" indent="-285750">
              <a:buFont typeface="Arial" panose="020B0604020202020204" pitchFamily="34" charset="0"/>
              <a:buChar char="•"/>
            </a:pPr>
            <a:r>
              <a:rPr lang="fr-CA" dirty="0"/>
              <a:t>Lévesque, J.; Gervais, M.-J.; Robitaille, É.; Couture Ménard, M.-È. L’action Municipale Pour Créer Des Environnements Favorables à La Santé et à La Qualité de Vie: Un Cadre d’analyse Systémique; Institut national de santé publique du Québec: Montréal, Québec, 2022; ISBN 978-2-550-92457-9</a:t>
            </a:r>
            <a:r>
              <a:rPr lang="fr-CA" dirty="0" smtClean="0"/>
              <a:t>.</a:t>
            </a:r>
          </a:p>
          <a:p>
            <a:pPr marL="285750" indent="-285750">
              <a:buFont typeface="Arial" panose="020B0604020202020204" pitchFamily="34" charset="0"/>
              <a:buChar char="•"/>
            </a:pPr>
            <a:r>
              <a:rPr lang="fr-CA" dirty="0"/>
              <a:t>Luke, D.A.; Calhoun, A.; </a:t>
            </a:r>
            <a:r>
              <a:rPr lang="fr-CA" dirty="0" err="1"/>
              <a:t>Robichaux</a:t>
            </a:r>
            <a:r>
              <a:rPr lang="fr-CA" dirty="0"/>
              <a:t>, C.B.; Elliott, M.B.; </a:t>
            </a:r>
            <a:r>
              <a:rPr lang="fr-CA" dirty="0" err="1"/>
              <a:t>Moreland</a:t>
            </a:r>
            <a:r>
              <a:rPr lang="fr-CA" dirty="0"/>
              <a:t>-Russell, S. The Program </a:t>
            </a:r>
            <a:r>
              <a:rPr lang="fr-CA" dirty="0" err="1"/>
              <a:t>Sustainability</a:t>
            </a:r>
            <a:r>
              <a:rPr lang="fr-CA" dirty="0"/>
              <a:t> </a:t>
            </a:r>
            <a:r>
              <a:rPr lang="fr-CA" dirty="0" err="1"/>
              <a:t>Assessment</a:t>
            </a:r>
            <a:r>
              <a:rPr lang="fr-CA" dirty="0"/>
              <a:t> </a:t>
            </a:r>
            <a:r>
              <a:rPr lang="fr-CA" dirty="0" err="1"/>
              <a:t>Tool</a:t>
            </a:r>
            <a:r>
              <a:rPr lang="fr-CA" dirty="0"/>
              <a:t>: A New Instrument for Public Health Programs. </a:t>
            </a:r>
            <a:r>
              <a:rPr lang="fr-CA" dirty="0" err="1"/>
              <a:t>Prev</a:t>
            </a:r>
            <a:r>
              <a:rPr lang="fr-CA" dirty="0"/>
              <a:t>. </a:t>
            </a:r>
            <a:r>
              <a:rPr lang="fr-CA" dirty="0" err="1"/>
              <a:t>Chronic</a:t>
            </a:r>
            <a:r>
              <a:rPr lang="fr-CA" dirty="0"/>
              <a:t>. Dis. 2014, 11, 130184, doi:10.5888/pcd11.130184</a:t>
            </a:r>
            <a:r>
              <a:rPr lang="fr-CA" dirty="0" smtClean="0"/>
              <a:t>.</a:t>
            </a:r>
          </a:p>
          <a:p>
            <a:pPr marL="285750" indent="-285750">
              <a:buFont typeface="Arial" panose="020B0604020202020204" pitchFamily="34" charset="0"/>
              <a:buChar char="•"/>
            </a:pPr>
            <a:r>
              <a:rPr lang="en-US" dirty="0"/>
              <a:t>Orchard, C.; Pederson, L.L.; Read, E.; Mahler, C.; </a:t>
            </a:r>
            <a:r>
              <a:rPr lang="en-US" dirty="0" err="1"/>
              <a:t>Laschinger</a:t>
            </a:r>
            <a:r>
              <a:rPr lang="en-US" dirty="0"/>
              <a:t>, H. Assessment of </a:t>
            </a:r>
            <a:r>
              <a:rPr lang="en-US" dirty="0" err="1"/>
              <a:t>Interprofessional</a:t>
            </a:r>
            <a:r>
              <a:rPr lang="en-US" dirty="0"/>
              <a:t> Team Collaboration Scale (AITCS): Further Testing and Instrument Revision. J. </a:t>
            </a:r>
            <a:r>
              <a:rPr lang="en-US" dirty="0" err="1"/>
              <a:t>Contin</a:t>
            </a:r>
            <a:r>
              <a:rPr lang="en-US" dirty="0"/>
              <a:t>. Educ. Health Prof. 2018, 38, 11–18, doi:10.1097/CEH.0000000000000193.</a:t>
            </a:r>
            <a:endParaRPr lang="fr-CA" dirty="0"/>
          </a:p>
          <a:p>
            <a:pPr marL="285750" indent="-285750">
              <a:buFont typeface="Arial" panose="020B0604020202020204" pitchFamily="34" charset="0"/>
              <a:buChar char="•"/>
            </a:pPr>
            <a:endParaRPr lang="fr-CA" dirty="0"/>
          </a:p>
        </p:txBody>
      </p:sp>
    </p:spTree>
    <p:extLst>
      <p:ext uri="{BB962C8B-B14F-4D97-AF65-F5344CB8AC3E}">
        <p14:creationId xmlns:p14="http://schemas.microsoft.com/office/powerpoint/2010/main" val="1009104307"/>
      </p:ext>
    </p:extLst>
  </p:cSld>
  <p:clrMapOvr>
    <a:masterClrMapping/>
  </p:clrMapOvr>
</p:sld>
</file>

<file path=ppt/theme/theme1.xml><?xml version="1.0" encoding="utf-8"?>
<a:theme xmlns:a="http://schemas.openxmlformats.org/drawingml/2006/main" name="Santé Québec - Couverture foncé">
  <a:themeElements>
    <a:clrScheme name="Sante Quebec 2026">
      <a:dk1>
        <a:srgbClr val="170A72"/>
      </a:dk1>
      <a:lt1>
        <a:sysClr val="window" lastClr="FFFFFF"/>
      </a:lt1>
      <a:dk2>
        <a:srgbClr val="000000"/>
      </a:dk2>
      <a:lt2>
        <a:srgbClr val="E8FCFA"/>
      </a:lt2>
      <a:accent1>
        <a:srgbClr val="0080D7"/>
      </a:accent1>
      <a:accent2>
        <a:srgbClr val="08A0A0"/>
      </a:accent2>
      <a:accent3>
        <a:srgbClr val="90F1E9"/>
      </a:accent3>
      <a:accent4>
        <a:srgbClr val="059954"/>
      </a:accent4>
      <a:accent5>
        <a:srgbClr val="CCEB1C"/>
      </a:accent5>
      <a:accent6>
        <a:srgbClr val="FF4F30"/>
      </a:accent6>
      <a:hlink>
        <a:srgbClr val="0080D7"/>
      </a:hlink>
      <a:folHlink>
        <a:srgbClr val="08A0A0"/>
      </a:folHlink>
    </a:clrScheme>
    <a:fontScheme name="SQc">
      <a:majorFont>
        <a:latin typeface="Segoe UI Semibold"/>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txDef>
      <a:spPr>
        <a:noFill/>
      </a:spPr>
      <a:bodyPr wrap="square" rtlCol="0">
        <a:spAutoFit/>
      </a:bodyPr>
      <a:lstStyle>
        <a:defPPr algn="l">
          <a:defRPr sz="1000" b="1" dirty="0">
            <a:solidFill>
              <a:schemeClr val="tx1">
                <a:lumMod val="40000"/>
                <a:lumOff val="60000"/>
              </a:schemeClr>
            </a:solidFill>
            <a:latin typeface="Segoe UI Light" panose="020B0502040204020203" pitchFamily="34" charset="0"/>
            <a:cs typeface="Segoe UI Light" panose="020B0502040204020203" pitchFamily="34" charset="0"/>
          </a:defRPr>
        </a:defPPr>
      </a:lstStyle>
    </a:txDef>
  </a:objectDefaults>
  <a:extraClrSchemeLst/>
  <a:extLst>
    <a:ext uri="{05A4C25C-085E-4340-85A3-A5531E510DB2}">
      <thm15:themeFamily xmlns:thm15="http://schemas.microsoft.com/office/thememl/2012/main" name="ModelePPT_SanteQuebec_Laurentides_V3.potx [Lecture seule]" id="{50C4CFD3-386B-4DB2-BA5B-90799C877828}" vid="{E4A9CACC-2434-4F7F-87CE-E82B484BCF2C}"/>
    </a:ext>
  </a:extLst>
</a:theme>
</file>

<file path=ppt/theme/theme2.xml><?xml version="1.0" encoding="utf-8"?>
<a:theme xmlns:a="http://schemas.openxmlformats.org/drawingml/2006/main" name="1_Santé Québec - Couverture blanc">
  <a:themeElements>
    <a:clrScheme name="Sante Quebec 2026">
      <a:dk1>
        <a:srgbClr val="170A72"/>
      </a:dk1>
      <a:lt1>
        <a:sysClr val="window" lastClr="FFFFFF"/>
      </a:lt1>
      <a:dk2>
        <a:srgbClr val="000000"/>
      </a:dk2>
      <a:lt2>
        <a:srgbClr val="E8FCFA"/>
      </a:lt2>
      <a:accent1>
        <a:srgbClr val="0080D7"/>
      </a:accent1>
      <a:accent2>
        <a:srgbClr val="08A0A0"/>
      </a:accent2>
      <a:accent3>
        <a:srgbClr val="90F1E9"/>
      </a:accent3>
      <a:accent4>
        <a:srgbClr val="059954"/>
      </a:accent4>
      <a:accent5>
        <a:srgbClr val="CCEB1C"/>
      </a:accent5>
      <a:accent6>
        <a:srgbClr val="FF4F30"/>
      </a:accent6>
      <a:hlink>
        <a:srgbClr val="0080D7"/>
      </a:hlink>
      <a:folHlink>
        <a:srgbClr val="08A0A0"/>
      </a:folHlink>
    </a:clrScheme>
    <a:fontScheme name="SQc">
      <a:majorFont>
        <a:latin typeface="Segoe UI Semibold"/>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ModelePPT_SanteQuebec_Laurentides_V3.potx [Lecture seule]" id="{50C4CFD3-386B-4DB2-BA5B-90799C877828}" vid="{69381621-843B-431C-8EAF-A3F3EAD56ED8}"/>
    </a:ext>
  </a:extLst>
</a:theme>
</file>

<file path=ppt/theme/theme3.xml><?xml version="1.0" encoding="utf-8"?>
<a:theme xmlns:a="http://schemas.openxmlformats.org/drawingml/2006/main" name="2_Santé Québec - Sections">
  <a:themeElements>
    <a:clrScheme name="SQc Thème 2026">
      <a:dk1>
        <a:srgbClr val="170A72"/>
      </a:dk1>
      <a:lt1>
        <a:sysClr val="window" lastClr="FFFFFF"/>
      </a:lt1>
      <a:dk2>
        <a:srgbClr val="0B0439"/>
      </a:dk2>
      <a:lt2>
        <a:srgbClr val="E8FCFA"/>
      </a:lt2>
      <a:accent1>
        <a:srgbClr val="0080D7"/>
      </a:accent1>
      <a:accent2>
        <a:srgbClr val="08A0A0"/>
      </a:accent2>
      <a:accent3>
        <a:srgbClr val="90F1E9"/>
      </a:accent3>
      <a:accent4>
        <a:srgbClr val="1C8540"/>
      </a:accent4>
      <a:accent5>
        <a:srgbClr val="FFCF00"/>
      </a:accent5>
      <a:accent6>
        <a:srgbClr val="FF4F30"/>
      </a:accent6>
      <a:hlink>
        <a:srgbClr val="7A7AEB"/>
      </a:hlink>
      <a:folHlink>
        <a:srgbClr val="0080D7"/>
      </a:folHlink>
    </a:clrScheme>
    <a:fontScheme name="SQc">
      <a:majorFont>
        <a:latin typeface="Segoe UI Semibold"/>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ModelePPT_SanteQuebec_Laurentides_V3.potx [Lecture seule]" id="{50C4CFD3-386B-4DB2-BA5B-90799C877828}" vid="{7DE92F37-4B99-44C2-A647-26D381FC46F8}"/>
    </a:ext>
  </a:extLst>
</a:theme>
</file>

<file path=ppt/theme/theme4.xml><?xml version="1.0" encoding="utf-8"?>
<a:theme xmlns:a="http://schemas.openxmlformats.org/drawingml/2006/main" name="1_Santé Québec - Page éclat">
  <a:themeElements>
    <a:clrScheme name="Sante Quebec 2026">
      <a:dk1>
        <a:srgbClr val="170A72"/>
      </a:dk1>
      <a:lt1>
        <a:sysClr val="window" lastClr="FFFFFF"/>
      </a:lt1>
      <a:dk2>
        <a:srgbClr val="000000"/>
      </a:dk2>
      <a:lt2>
        <a:srgbClr val="E8FCFA"/>
      </a:lt2>
      <a:accent1>
        <a:srgbClr val="0080D7"/>
      </a:accent1>
      <a:accent2>
        <a:srgbClr val="08A0A0"/>
      </a:accent2>
      <a:accent3>
        <a:srgbClr val="90F1E9"/>
      </a:accent3>
      <a:accent4>
        <a:srgbClr val="059954"/>
      </a:accent4>
      <a:accent5>
        <a:srgbClr val="CCEB1C"/>
      </a:accent5>
      <a:accent6>
        <a:srgbClr val="FF4F30"/>
      </a:accent6>
      <a:hlink>
        <a:srgbClr val="0080D7"/>
      </a:hlink>
      <a:folHlink>
        <a:srgbClr val="08A0A0"/>
      </a:folHlink>
    </a:clrScheme>
    <a:fontScheme name="SQc">
      <a:majorFont>
        <a:latin typeface="Segoe UI Semibold"/>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ModelePPT_SanteQuebec_Laurentides_V3.potx [Lecture seule]" id="{50C4CFD3-386B-4DB2-BA5B-90799C877828}" vid="{3644A5CD-AAF6-461F-A83A-829031DDE4F7}"/>
    </a:ext>
  </a:extLst>
</a:theme>
</file>

<file path=ppt/theme/theme5.xml><?xml version="1.0" encoding="utf-8"?>
<a:theme xmlns:a="http://schemas.openxmlformats.org/drawingml/2006/main" name="3_Santé Québec - Tabledesmatieres">
  <a:themeElements>
    <a:clrScheme name="SQc Thème 2026">
      <a:dk1>
        <a:srgbClr val="170A72"/>
      </a:dk1>
      <a:lt1>
        <a:sysClr val="window" lastClr="FFFFFF"/>
      </a:lt1>
      <a:dk2>
        <a:srgbClr val="0B0439"/>
      </a:dk2>
      <a:lt2>
        <a:srgbClr val="E8FCFA"/>
      </a:lt2>
      <a:accent1>
        <a:srgbClr val="0080D7"/>
      </a:accent1>
      <a:accent2>
        <a:srgbClr val="08A0A0"/>
      </a:accent2>
      <a:accent3>
        <a:srgbClr val="90F1E9"/>
      </a:accent3>
      <a:accent4>
        <a:srgbClr val="1C8540"/>
      </a:accent4>
      <a:accent5>
        <a:srgbClr val="FFCF00"/>
      </a:accent5>
      <a:accent6>
        <a:srgbClr val="FF4F30"/>
      </a:accent6>
      <a:hlink>
        <a:srgbClr val="7A7AEB"/>
      </a:hlink>
      <a:folHlink>
        <a:srgbClr val="0080D7"/>
      </a:folHlink>
    </a:clrScheme>
    <a:fontScheme name="SQc">
      <a:majorFont>
        <a:latin typeface="Segoe UI Semibold"/>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ModelePPT_SanteQuebec_Laurentides_V3.potx [Lecture seule]" id="{50C4CFD3-386B-4DB2-BA5B-90799C877828}" vid="{6E980AD3-CB1A-4092-925E-90BAE3C4F6A4}"/>
    </a:ext>
  </a:extLst>
</a:theme>
</file>

<file path=ppt/theme/theme6.xml><?xml version="1.0" encoding="utf-8"?>
<a:theme xmlns:a="http://schemas.openxmlformats.org/drawingml/2006/main" name="Pages_Intérieures_Bande_Bleue">
  <a:themeElements>
    <a:clrScheme name="SCQ2026">
      <a:dk1>
        <a:srgbClr val="04041A"/>
      </a:dk1>
      <a:lt1>
        <a:sysClr val="window" lastClr="FFFFFF"/>
      </a:lt1>
      <a:dk2>
        <a:srgbClr val="170A72"/>
      </a:dk2>
      <a:lt2>
        <a:srgbClr val="E8FCFA"/>
      </a:lt2>
      <a:accent1>
        <a:srgbClr val="0080D7"/>
      </a:accent1>
      <a:accent2>
        <a:srgbClr val="08A0A0"/>
      </a:accent2>
      <a:accent3>
        <a:srgbClr val="90F1E9"/>
      </a:accent3>
      <a:accent4>
        <a:srgbClr val="1C8540"/>
      </a:accent4>
      <a:accent5>
        <a:srgbClr val="FFCF00"/>
      </a:accent5>
      <a:accent6>
        <a:srgbClr val="FF4F30"/>
      </a:accent6>
      <a:hlink>
        <a:srgbClr val="7A7AEB"/>
      </a:hlink>
      <a:folHlink>
        <a:srgbClr val="0080D7"/>
      </a:folHlink>
    </a:clrScheme>
    <a:fontScheme name="SQc">
      <a:majorFont>
        <a:latin typeface="Segoe UI Semibold"/>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ModelePPT_SanteQuebec_Laurentides_V3.potx [Lecture seule]" id="{50C4CFD3-386B-4DB2-BA5B-90799C877828}" vid="{3D289319-A1CD-4E52-B165-E48FC4599D74}"/>
    </a:ext>
  </a:extLst>
</a:theme>
</file>

<file path=ppt/theme/theme7.xml><?xml version="1.0" encoding="utf-8"?>
<a:theme xmlns:a="http://schemas.openxmlformats.org/drawingml/2006/main" name="Pages_Interieures_Bande_Menthe">
  <a:themeElements>
    <a:clrScheme name="Sante Quebec 2026">
      <a:dk1>
        <a:srgbClr val="170A72"/>
      </a:dk1>
      <a:lt1>
        <a:sysClr val="window" lastClr="FFFFFF"/>
      </a:lt1>
      <a:dk2>
        <a:srgbClr val="000000"/>
      </a:dk2>
      <a:lt2>
        <a:srgbClr val="E8FCFA"/>
      </a:lt2>
      <a:accent1>
        <a:srgbClr val="0080D7"/>
      </a:accent1>
      <a:accent2>
        <a:srgbClr val="08A0A0"/>
      </a:accent2>
      <a:accent3>
        <a:srgbClr val="90F1E9"/>
      </a:accent3>
      <a:accent4>
        <a:srgbClr val="059954"/>
      </a:accent4>
      <a:accent5>
        <a:srgbClr val="CCEB1C"/>
      </a:accent5>
      <a:accent6>
        <a:srgbClr val="FF4F30"/>
      </a:accent6>
      <a:hlink>
        <a:srgbClr val="0080D7"/>
      </a:hlink>
      <a:folHlink>
        <a:srgbClr val="08A0A0"/>
      </a:folHlink>
    </a:clrScheme>
    <a:fontScheme name="SQc">
      <a:majorFont>
        <a:latin typeface="Segoe UI Semibold"/>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ModelePPT_SanteQuebec_Laurentides_V3.potx [Lecture seule]" id="{50C4CFD3-386B-4DB2-BA5B-90799C877828}" vid="{379A737A-BA43-418D-8746-B22B5E66C8DE}"/>
    </a:ext>
  </a:extLst>
</a:theme>
</file>

<file path=ppt/theme/theme8.xml><?xml version="1.0" encoding="utf-8"?>
<a:theme xmlns:a="http://schemas.openxmlformats.org/drawingml/2006/main" name="Pages_intérieures_vides">
  <a:themeElements>
    <a:clrScheme name="Sante Quebec 2026">
      <a:dk1>
        <a:srgbClr val="170A72"/>
      </a:dk1>
      <a:lt1>
        <a:sysClr val="window" lastClr="FFFFFF"/>
      </a:lt1>
      <a:dk2>
        <a:srgbClr val="000000"/>
      </a:dk2>
      <a:lt2>
        <a:srgbClr val="E8FCFA"/>
      </a:lt2>
      <a:accent1>
        <a:srgbClr val="0080D7"/>
      </a:accent1>
      <a:accent2>
        <a:srgbClr val="08A0A0"/>
      </a:accent2>
      <a:accent3>
        <a:srgbClr val="90F1E9"/>
      </a:accent3>
      <a:accent4>
        <a:srgbClr val="059954"/>
      </a:accent4>
      <a:accent5>
        <a:srgbClr val="CCEB1C"/>
      </a:accent5>
      <a:accent6>
        <a:srgbClr val="FF4F30"/>
      </a:accent6>
      <a:hlink>
        <a:srgbClr val="0080D7"/>
      </a:hlink>
      <a:folHlink>
        <a:srgbClr val="08A0A0"/>
      </a:folHlink>
    </a:clrScheme>
    <a:fontScheme name="SQc">
      <a:majorFont>
        <a:latin typeface="Segoe UI Semibold"/>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ModelePPT_SanteQuebec_Laurentides_V3.potx [Lecture seule]" id="{50C4CFD3-386B-4DB2-BA5B-90799C877828}" vid="{96B6F411-2665-40BA-96F9-67BC7141BB55}"/>
    </a:ext>
  </a:extLst>
</a:theme>
</file>

<file path=ppt/theme/theme9.xml><?xml version="1.0" encoding="utf-8"?>
<a:theme xmlns:a="http://schemas.openxmlformats.org/drawingml/2006/main" name="Fermeture">
  <a:themeElements>
    <a:clrScheme name="SCQ2026">
      <a:dk1>
        <a:srgbClr val="04041A"/>
      </a:dk1>
      <a:lt1>
        <a:sysClr val="window" lastClr="FFFFFF"/>
      </a:lt1>
      <a:dk2>
        <a:srgbClr val="170A72"/>
      </a:dk2>
      <a:lt2>
        <a:srgbClr val="E8FCFA"/>
      </a:lt2>
      <a:accent1>
        <a:srgbClr val="0080D7"/>
      </a:accent1>
      <a:accent2>
        <a:srgbClr val="08A0A0"/>
      </a:accent2>
      <a:accent3>
        <a:srgbClr val="90F1E9"/>
      </a:accent3>
      <a:accent4>
        <a:srgbClr val="1C8540"/>
      </a:accent4>
      <a:accent5>
        <a:srgbClr val="FFCF00"/>
      </a:accent5>
      <a:accent6>
        <a:srgbClr val="FF4F30"/>
      </a:accent6>
      <a:hlink>
        <a:srgbClr val="7A7AEB"/>
      </a:hlink>
      <a:folHlink>
        <a:srgbClr val="0080D7"/>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ModelePPT_SanteQuebec_Laurentides_V3.potx [Lecture seule]" id="{50C4CFD3-386B-4DB2-BA5B-90799C877828}" vid="{6BB28F3C-FF8A-4EF1-B683-4B22A60169E7}"/>
    </a:ext>
  </a:extLst>
</a:theme>
</file>

<file path=ppt/theme/theme10.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SQc">
      <a:majorFont>
        <a:latin typeface="Segoe UI Semibold"/>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1.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CB3F439D90BB934C96F8D3C96CC160B9" ma:contentTypeVersion="11" ma:contentTypeDescription="Create a new document." ma:contentTypeScope="" ma:versionID="b4c679492f1f2be7b88f751a55af581c">
  <xsd:schema xmlns:xsd="http://www.w3.org/2001/XMLSchema" xmlns:xs="http://www.w3.org/2001/XMLSchema" xmlns:p="http://schemas.microsoft.com/office/2006/metadata/properties" xmlns:ns2="a1fc2cda-9ae2-4b2f-a42c-3b044b7fbd37" xmlns:ns3="6024dc51-7318-477a-ae4f-9839df991160" targetNamespace="http://schemas.microsoft.com/office/2006/metadata/properties" ma:root="true" ma:fieldsID="e68ae5e68b1983eefa0474374a6a9472" ns2:_="" ns3:_="">
    <xsd:import namespace="a1fc2cda-9ae2-4b2f-a42c-3b044b7fbd37"/>
    <xsd:import namespace="6024dc51-7318-477a-ae4f-9839df991160"/>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LengthInSeconds" minOccurs="0"/>
                <xsd:element ref="ns2:MediaServiceGenerationTime" minOccurs="0"/>
                <xsd:element ref="ns2:MediaServiceEventHashCode"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1fc2cda-9ae2-4b2f-a42c-3b044b7fbd3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LengthInSeconds" ma:index="12" nillable="true" ma:displayName="MediaLengthInSeconds" ma:hidden="true" ma:internalName="MediaLengthInSeconds" ma:readOnly="true">
      <xsd:simpleType>
        <xsd:restriction base="dms:Unknown"/>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20125e5a-fbbd-4a39-926c-a359310fd25f"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6024dc51-7318-477a-ae4f-9839df991160"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59a49a79-5dd1-425a-bdfa-51b683d41423}" ma:internalName="TaxCatchAll" ma:showField="CatchAllData" ma:web="6024dc51-7318-477a-ae4f-9839df99116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6024dc51-7318-477a-ae4f-9839df991160" xsi:nil="true"/>
    <lcf76f155ced4ddcb4097134ff3c332f xmlns="a1fc2cda-9ae2-4b2f-a42c-3b044b7fbd37">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D733E7DD-4F50-470A-AFE6-4E71F815523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1fc2cda-9ae2-4b2f-a42c-3b044b7fbd37"/>
    <ds:schemaRef ds:uri="6024dc51-7318-477a-ae4f-9839df99116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F9581DD3-A2D5-417B-84DD-696A21B687E8}">
  <ds:schemaRefs>
    <ds:schemaRef ds:uri="http://schemas.microsoft.com/office/2006/documentManagement/types"/>
    <ds:schemaRef ds:uri="http://purl.org/dc/elements/1.1/"/>
    <ds:schemaRef ds:uri="http://schemas.microsoft.com/office/2006/metadata/properties"/>
    <ds:schemaRef ds:uri="a1fc2cda-9ae2-4b2f-a42c-3b044b7fbd37"/>
    <ds:schemaRef ds:uri="http://purl.org/dc/terms/"/>
    <ds:schemaRef ds:uri="http://schemas.openxmlformats.org/package/2006/metadata/core-properties"/>
    <ds:schemaRef ds:uri="http://purl.org/dc/dcmitype/"/>
    <ds:schemaRef ds:uri="http://schemas.microsoft.com/office/infopath/2007/PartnerControls"/>
    <ds:schemaRef ds:uri="6024dc51-7318-477a-ae4f-9839df991160"/>
    <ds:schemaRef ds:uri="http://www.w3.org/XML/1998/namespace"/>
  </ds:schemaRefs>
</ds:datastoreItem>
</file>

<file path=customXml/itemProps3.xml><?xml version="1.0" encoding="utf-8"?>
<ds:datastoreItem xmlns:ds="http://schemas.openxmlformats.org/officeDocument/2006/customXml" ds:itemID="{CD22C6F8-AB48-49F8-8DFA-45B2258552AB}">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38</TotalTime>
  <Words>2783</Words>
  <Application>Microsoft Office PowerPoint</Application>
  <PresentationFormat>Affichage à l'écran (16:9)</PresentationFormat>
  <Paragraphs>235</Paragraphs>
  <Slides>17</Slides>
  <Notes>16</Notes>
  <HiddenSlides>0</HiddenSlides>
  <MMClips>0</MMClips>
  <ScaleCrop>false</ScaleCrop>
  <HeadingPairs>
    <vt:vector size="6" baseType="variant">
      <vt:variant>
        <vt:lpstr>Polices utilisées</vt:lpstr>
      </vt:variant>
      <vt:variant>
        <vt:i4>4</vt:i4>
      </vt:variant>
      <vt:variant>
        <vt:lpstr>Thème</vt:lpstr>
      </vt:variant>
      <vt:variant>
        <vt:i4>9</vt:i4>
      </vt:variant>
      <vt:variant>
        <vt:lpstr>Titres des diapositives</vt:lpstr>
      </vt:variant>
      <vt:variant>
        <vt:i4>17</vt:i4>
      </vt:variant>
    </vt:vector>
  </HeadingPairs>
  <TitlesOfParts>
    <vt:vector size="30" baseType="lpstr">
      <vt:lpstr>Segoe UI</vt:lpstr>
      <vt:lpstr>Segoe UI Semibold</vt:lpstr>
      <vt:lpstr>Segoe UI Light</vt:lpstr>
      <vt:lpstr>Arial</vt:lpstr>
      <vt:lpstr>Santé Québec - Couverture foncé</vt:lpstr>
      <vt:lpstr>1_Santé Québec - Couverture blanc</vt:lpstr>
      <vt:lpstr>2_Santé Québec - Sections</vt:lpstr>
      <vt:lpstr>1_Santé Québec - Page éclat</vt:lpstr>
      <vt:lpstr>3_Santé Québec - Tabledesmatieres</vt:lpstr>
      <vt:lpstr>Pages_Intérieures_Bande_Bleue</vt:lpstr>
      <vt:lpstr>Pages_Interieures_Bande_Menthe</vt:lpstr>
      <vt:lpstr>Pages_intérieures_vides</vt:lpstr>
      <vt:lpstr>Fermeture</vt:lpstr>
      <vt:lpstr>C.A.R.T.O.S.</vt:lpstr>
      <vt:lpstr>Contenido</vt:lpstr>
      <vt:lpstr>Présentation PowerPoint</vt:lpstr>
      <vt:lpstr>Présentation PowerPoint</vt:lpstr>
      <vt:lpstr>El enfoque C.A.R.T.O.S.</vt:lpstr>
      <vt:lpstr>Présentation PowerPoint</vt:lpstr>
      <vt:lpstr>Présentation PowerPoint</vt:lpstr>
      <vt:lpstr>Présentation PowerPoint</vt:lpstr>
      <vt:lpstr>Présentation PowerPoint</vt:lpstr>
      <vt:lpstr>Evaluar la efectividad y la implementación</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Manager>Sante Quebec</Manager>
  <Company>CISSS des Laurentides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Diapositives</dc:title>
  <dc:creator>Sandra Lagacé (CISSSLAU)</dc:creator>
  <cp:keywords>Modele</cp:keywords>
  <cp:lastModifiedBy>Robitaille Eric</cp:lastModifiedBy>
  <cp:revision>5</cp:revision>
  <dcterms:created xsi:type="dcterms:W3CDTF">2026-08-10T13:09:46Z</dcterms:created>
  <dcterms:modified xsi:type="dcterms:W3CDTF">2026-08-27T23:54:40Z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6a7d8d5d-78e2-4a62-9fcd-016eb5e4c57c_Enabled">
    <vt:lpwstr>true</vt:lpwstr>
  </property>
  <property fmtid="{D5CDD505-2E9C-101B-9397-08002B2CF9AE}" pid="3" name="MSIP_Label_6a7d8d5d-78e2-4a62-9fcd-016eb5e4c57c_SetDate">
    <vt:lpwstr>2025-01-23T15:34:31Z</vt:lpwstr>
  </property>
  <property fmtid="{D5CDD505-2E9C-101B-9397-08002B2CF9AE}" pid="4" name="MSIP_Label_6a7d8d5d-78e2-4a62-9fcd-016eb5e4c57c_Method">
    <vt:lpwstr>Standard</vt:lpwstr>
  </property>
  <property fmtid="{D5CDD505-2E9C-101B-9397-08002B2CF9AE}" pid="5" name="MSIP_Label_6a7d8d5d-78e2-4a62-9fcd-016eb5e4c57c_Name">
    <vt:lpwstr>Général</vt:lpwstr>
  </property>
  <property fmtid="{D5CDD505-2E9C-101B-9397-08002B2CF9AE}" pid="6" name="MSIP_Label_6a7d8d5d-78e2-4a62-9fcd-016eb5e4c57c_SiteId">
    <vt:lpwstr>06e1fe28-5f8b-4075-bf6c-ae24be1a7992</vt:lpwstr>
  </property>
  <property fmtid="{D5CDD505-2E9C-101B-9397-08002B2CF9AE}" pid="7" name="MSIP_Label_6a7d8d5d-78e2-4a62-9fcd-016eb5e4c57c_ActionId">
    <vt:lpwstr>c3065e55-df78-43a2-a763-8baffbce5696</vt:lpwstr>
  </property>
  <property fmtid="{D5CDD505-2E9C-101B-9397-08002B2CF9AE}" pid="8" name="MSIP_Label_6a7d8d5d-78e2-4a62-9fcd-016eb5e4c57c_ContentBits">
    <vt:lpwstr>0</vt:lpwstr>
  </property>
  <property fmtid="{D5CDD505-2E9C-101B-9397-08002B2CF9AE}" pid="9" name="ContentTypeId">
    <vt:lpwstr>0x010100CB3F439D90BB934C96F8D3C96CC160B9</vt:lpwstr>
  </property>
  <property fmtid="{D5CDD505-2E9C-101B-9397-08002B2CF9AE}" pid="10" name="MediaServiceImageTags">
    <vt:lpwstr/>
  </property>
  <property fmtid="{D5CDD505-2E9C-101B-9397-08002B2CF9AE}" pid="11" name="Order">
    <vt:r8>562000</vt:r8>
  </property>
  <property fmtid="{D5CDD505-2E9C-101B-9397-08002B2CF9AE}" pid="12" name="xd_Signature">
    <vt:bool>false</vt:bool>
  </property>
  <property fmtid="{D5CDD505-2E9C-101B-9397-08002B2CF9AE}" pid="13" name="xd_ProgID">
    <vt:lpwstr/>
  </property>
  <property fmtid="{D5CDD505-2E9C-101B-9397-08002B2CF9AE}" pid="14" name="_SourceUrl">
    <vt:lpwstr/>
  </property>
  <property fmtid="{D5CDD505-2E9C-101B-9397-08002B2CF9AE}" pid="15" name="_SharedFileIndex">
    <vt:lpwstr/>
  </property>
  <property fmtid="{D5CDD505-2E9C-101B-9397-08002B2CF9AE}" pid="16" name="ComplianceAssetId">
    <vt:lpwstr/>
  </property>
  <property fmtid="{D5CDD505-2E9C-101B-9397-08002B2CF9AE}" pid="17" name="TemplateUrl">
    <vt:lpwstr/>
  </property>
  <property fmtid="{D5CDD505-2E9C-101B-9397-08002B2CF9AE}" pid="18" name="_ExtendedDescription">
    <vt:lpwstr/>
  </property>
  <property fmtid="{D5CDD505-2E9C-101B-9397-08002B2CF9AE}" pid="19" name="TriggerFlowInfo">
    <vt:lpwstr/>
  </property>
</Properties>
</file>